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5"/>
  </p:notesMasterIdLst>
  <p:sldIdLst>
    <p:sldId id="259" r:id="rId4"/>
    <p:sldId id="256"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0" userDrawn="1">
          <p15:clr>
            <a:srgbClr val="A4A3A4"/>
          </p15:clr>
        </p15:guide>
        <p15:guide id="2" pos="38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68C02"/>
    <a:srgbClr val="FFFFFF"/>
    <a:srgbClr val="4874CB"/>
    <a:srgbClr val="00B050"/>
    <a:srgbClr val="FFFF00"/>
    <a:srgbClr val="FF0000"/>
    <a:srgbClr val="DCDCDC"/>
    <a:srgbClr val="F0F0F0"/>
    <a:srgbClr val="E6E6E6"/>
    <a:srgbClr val="C8C8C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80"/>
        <p:guide pos="3844"/>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tableStyles" Target="tableStyles.xml"/><Relationship Id="rId8" Type="http://schemas.openxmlformats.org/officeDocument/2006/relationships/viewProps" Target="viewProps.xml"/><Relationship Id="rId7" Type="http://schemas.openxmlformats.org/officeDocument/2006/relationships/presProps" Target="presProps.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tags" Target="../tags/tag69.xml"/><Relationship Id="rId2" Type="http://schemas.openxmlformats.org/officeDocument/2006/relationships/tags" Target="../tags/tag68.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6" Type="http://schemas.openxmlformats.org/officeDocument/2006/relationships/tags" Target="../tags/tag77.xml"/><Relationship Id="rId5" Type="http://schemas.openxmlformats.org/officeDocument/2006/relationships/tags" Target="../tags/tag76.xml"/><Relationship Id="rId4" Type="http://schemas.openxmlformats.org/officeDocument/2006/relationships/tags" Target="../tags/tag75.xml"/><Relationship Id="rId3" Type="http://schemas.openxmlformats.org/officeDocument/2006/relationships/tags" Target="../tags/tag74.xml"/><Relationship Id="rId2" Type="http://schemas.openxmlformats.org/officeDocument/2006/relationships/tags" Target="../tags/tag7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7" Type="http://schemas.openxmlformats.org/officeDocument/2006/relationships/tags" Target="../tags/tag83.xml"/><Relationship Id="rId6" Type="http://schemas.openxmlformats.org/officeDocument/2006/relationships/tags" Target="../tags/tag82.xml"/><Relationship Id="rId5" Type="http://schemas.openxmlformats.org/officeDocument/2006/relationships/tags" Target="../tags/tag81.xml"/><Relationship Id="rId4" Type="http://schemas.openxmlformats.org/officeDocument/2006/relationships/tags" Target="../tags/tag80.xml"/><Relationship Id="rId3" Type="http://schemas.openxmlformats.org/officeDocument/2006/relationships/tags" Target="../tags/tag79.xml"/><Relationship Id="rId2" Type="http://schemas.openxmlformats.org/officeDocument/2006/relationships/tags" Target="../tags/tag78.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9" Type="http://schemas.openxmlformats.org/officeDocument/2006/relationships/tags" Target="../tags/tag91.xml"/><Relationship Id="rId8" Type="http://schemas.openxmlformats.org/officeDocument/2006/relationships/tags" Target="../tags/tag90.xml"/><Relationship Id="rId7" Type="http://schemas.openxmlformats.org/officeDocument/2006/relationships/tags" Target="../tags/tag89.xml"/><Relationship Id="rId6" Type="http://schemas.openxmlformats.org/officeDocument/2006/relationships/tags" Target="../tags/tag88.xml"/><Relationship Id="rId5" Type="http://schemas.openxmlformats.org/officeDocument/2006/relationships/tags" Target="../tags/tag87.xml"/><Relationship Id="rId4" Type="http://schemas.openxmlformats.org/officeDocument/2006/relationships/tags" Target="../tags/tag86.xml"/><Relationship Id="rId3" Type="http://schemas.openxmlformats.org/officeDocument/2006/relationships/tags" Target="../tags/tag85.xml"/><Relationship Id="rId2" Type="http://schemas.openxmlformats.org/officeDocument/2006/relationships/tags" Target="../tags/tag84.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5" Type="http://schemas.openxmlformats.org/officeDocument/2006/relationships/tags" Target="../tags/tag95.xml"/><Relationship Id="rId4" Type="http://schemas.openxmlformats.org/officeDocument/2006/relationships/tags" Target="../tags/tag94.xml"/><Relationship Id="rId3" Type="http://schemas.openxmlformats.org/officeDocument/2006/relationships/tags" Target="../tags/tag93.xml"/><Relationship Id="rId2" Type="http://schemas.openxmlformats.org/officeDocument/2006/relationships/tags" Target="../tags/tag92.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4" Type="http://schemas.openxmlformats.org/officeDocument/2006/relationships/tags" Target="../tags/tag98.xml"/><Relationship Id="rId3" Type="http://schemas.openxmlformats.org/officeDocument/2006/relationships/tags" Target="../tags/tag97.xml"/><Relationship Id="rId2" Type="http://schemas.openxmlformats.org/officeDocument/2006/relationships/tags" Target="../tags/tag96.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6" Type="http://schemas.openxmlformats.org/officeDocument/2006/relationships/tags" Target="../tags/tag109.xml"/><Relationship Id="rId5" Type="http://schemas.openxmlformats.org/officeDocument/2006/relationships/tags" Target="../tags/tag108.xml"/><Relationship Id="rId4" Type="http://schemas.openxmlformats.org/officeDocument/2006/relationships/tags" Target="../tags/tag107.xml"/><Relationship Id="rId3" Type="http://schemas.openxmlformats.org/officeDocument/2006/relationships/tags" Target="../tags/tag106.xml"/><Relationship Id="rId2" Type="http://schemas.openxmlformats.org/officeDocument/2006/relationships/tags" Target="../tags/tag105.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5" Type="http://schemas.openxmlformats.org/officeDocument/2006/relationships/tags" Target="../tags/tag113.xml"/><Relationship Id="rId4" Type="http://schemas.openxmlformats.org/officeDocument/2006/relationships/tags" Target="../tags/tag112.xml"/><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118.xml"/><Relationship Id="rId5" Type="http://schemas.openxmlformats.org/officeDocument/2006/relationships/tags" Target="../tags/tag117.xml"/><Relationship Id="rId4" Type="http://schemas.openxmlformats.org/officeDocument/2006/relationships/tags" Target="../tags/tag116.xml"/><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8" Type="http://schemas.openxmlformats.org/officeDocument/2006/relationships/theme" Target="../theme/theme2.xml"/><Relationship Id="rId17" Type="http://schemas.openxmlformats.org/officeDocument/2006/relationships/tags" Target="../tags/tag124.xml"/><Relationship Id="rId16" Type="http://schemas.openxmlformats.org/officeDocument/2006/relationships/tags" Target="../tags/tag123.xml"/><Relationship Id="rId15" Type="http://schemas.openxmlformats.org/officeDocument/2006/relationships/tags" Target="../tags/tag122.xml"/><Relationship Id="rId14" Type="http://schemas.openxmlformats.org/officeDocument/2006/relationships/tags" Target="../tags/tag121.xml"/><Relationship Id="rId13" Type="http://schemas.openxmlformats.org/officeDocument/2006/relationships/tags" Target="../tags/tag120.xml"/><Relationship Id="rId12" Type="http://schemas.openxmlformats.org/officeDocument/2006/relationships/tags" Target="../tags/tag119.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7"/>
    </p:custData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tags" Target="../tags/tag125.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1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p:cNvSpPr txBox="1"/>
          <p:nvPr/>
        </p:nvSpPr>
        <p:spPr>
          <a:xfrm>
            <a:off x="1979930" y="2406650"/>
            <a:ext cx="8731250" cy="1861185"/>
          </a:xfrm>
          <a:prstGeom prst="rect">
            <a:avLst/>
          </a:prstGeom>
          <a:noFill/>
        </p:spPr>
        <p:txBody>
          <a:bodyPr wrap="square" rtlCol="0">
            <a:spAutoFit/>
          </a:bodyPr>
          <a:p>
            <a:pPr algn="ctr"/>
            <a:r>
              <a:rPr lang="en-US" sz="11500" b="1"/>
              <a:t>WELCOME</a:t>
            </a:r>
            <a:endParaRPr lang="en-US" sz="11500" b="1"/>
          </a:p>
        </p:txBody>
      </p:sp>
      <p:grpSp>
        <p:nvGrpSpPr>
          <p:cNvPr id="52" name="D"/>
          <p:cNvGrpSpPr/>
          <p:nvPr/>
        </p:nvGrpSpPr>
        <p:grpSpPr>
          <a:xfrm>
            <a:off x="-2126615" y="0"/>
            <a:ext cx="3746500" cy="6921500"/>
            <a:chOff x="14400" y="0"/>
            <a:chExt cx="5900" cy="10900"/>
          </a:xfrm>
        </p:grpSpPr>
        <p:sp>
          <p:nvSpPr>
            <p:cNvPr id="22" name="Rectangle 21"/>
            <p:cNvSpPr/>
            <p:nvPr/>
          </p:nvSpPr>
          <p:spPr>
            <a:xfrm>
              <a:off x="14400" y="0"/>
              <a:ext cx="4820" cy="1090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6" name="Isosceles Triangle 25"/>
            <p:cNvSpPr/>
            <p:nvPr/>
          </p:nvSpPr>
          <p:spPr>
            <a:xfrm rot="5400000">
              <a:off x="18400" y="1890"/>
              <a:ext cx="2720" cy="1080"/>
            </a:xfrm>
            <a:prstGeom prst="triangle">
              <a:avLst/>
            </a:prstGeom>
            <a:solidFill>
              <a:srgbClr val="4874CB"/>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Text Box 29"/>
            <p:cNvSpPr txBox="1"/>
            <p:nvPr/>
          </p:nvSpPr>
          <p:spPr>
            <a:xfrm>
              <a:off x="15928"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D</a:t>
              </a:r>
              <a:endParaRPr lang="en-US" sz="6600">
                <a:solidFill>
                  <a:schemeClr val="bg1"/>
                </a:solidFill>
                <a:latin typeface="Comic Sans MS" panose="030F0702030302020204" charset="0"/>
                <a:cs typeface="Comic Sans MS" panose="030F0702030302020204" charset="0"/>
              </a:endParaRPr>
            </a:p>
          </p:txBody>
        </p:sp>
        <p:grpSp>
          <p:nvGrpSpPr>
            <p:cNvPr id="43" name="Group 42"/>
            <p:cNvGrpSpPr/>
            <p:nvPr/>
          </p:nvGrpSpPr>
          <p:grpSpPr>
            <a:xfrm>
              <a:off x="15181" y="3390"/>
              <a:ext cx="3258" cy="3100"/>
              <a:chOff x="752" y="3390"/>
              <a:chExt cx="3258" cy="3100"/>
            </a:xfrm>
          </p:grpSpPr>
          <p:sp>
            <p:nvSpPr>
              <p:cNvPr id="44" name="Text Box 43"/>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5" name="Text Box 44"/>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51" name="C"/>
          <p:cNvGrpSpPr/>
          <p:nvPr/>
        </p:nvGrpSpPr>
        <p:grpSpPr>
          <a:xfrm>
            <a:off x="-2301875" y="0"/>
            <a:ext cx="3746500" cy="6921500"/>
            <a:chOff x="9610" y="0"/>
            <a:chExt cx="5900" cy="10900"/>
          </a:xfrm>
        </p:grpSpPr>
        <p:sp>
          <p:nvSpPr>
            <p:cNvPr id="21" name="Rectangle 20"/>
            <p:cNvSpPr/>
            <p:nvPr/>
          </p:nvSpPr>
          <p:spPr>
            <a:xfrm>
              <a:off x="9610" y="0"/>
              <a:ext cx="4790" cy="10900"/>
            </a:xfrm>
            <a:prstGeom prst="rect">
              <a:avLst/>
            </a:prstGeom>
            <a:solidFill>
              <a:srgbClr val="00B05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5" name="Isosceles Triangle 24"/>
            <p:cNvSpPr/>
            <p:nvPr/>
          </p:nvSpPr>
          <p:spPr>
            <a:xfrm rot="5400000">
              <a:off x="13610" y="1890"/>
              <a:ext cx="2720" cy="1080"/>
            </a:xfrm>
            <a:prstGeom prst="triangle">
              <a:avLst/>
            </a:prstGeom>
            <a:solidFill>
              <a:srgbClr val="00B05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9" name="Text Box 28"/>
            <p:cNvSpPr txBox="1"/>
            <p:nvPr/>
          </p:nvSpPr>
          <p:spPr>
            <a:xfrm>
              <a:off x="11109"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C</a:t>
              </a:r>
              <a:endParaRPr lang="en-US" sz="6600">
                <a:solidFill>
                  <a:schemeClr val="bg1"/>
                </a:solidFill>
                <a:latin typeface="Comic Sans MS" panose="030F0702030302020204" charset="0"/>
                <a:cs typeface="Comic Sans MS" panose="030F0702030302020204" charset="0"/>
              </a:endParaRPr>
            </a:p>
          </p:txBody>
        </p:sp>
        <p:grpSp>
          <p:nvGrpSpPr>
            <p:cNvPr id="46" name="Group 45"/>
            <p:cNvGrpSpPr/>
            <p:nvPr/>
          </p:nvGrpSpPr>
          <p:grpSpPr>
            <a:xfrm>
              <a:off x="10376" y="3390"/>
              <a:ext cx="3258" cy="3100"/>
              <a:chOff x="752" y="3390"/>
              <a:chExt cx="3258" cy="3100"/>
            </a:xfrm>
          </p:grpSpPr>
          <p:sp>
            <p:nvSpPr>
              <p:cNvPr id="47" name="Text Box 46"/>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8" name="Text Box 47"/>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50" name="B"/>
          <p:cNvGrpSpPr/>
          <p:nvPr/>
        </p:nvGrpSpPr>
        <p:grpSpPr>
          <a:xfrm>
            <a:off x="-2414270" y="0"/>
            <a:ext cx="3746500" cy="6921500"/>
            <a:chOff x="4790" y="0"/>
            <a:chExt cx="5900" cy="10900"/>
          </a:xfrm>
        </p:grpSpPr>
        <p:sp>
          <p:nvSpPr>
            <p:cNvPr id="20" name="Rectangle 19"/>
            <p:cNvSpPr/>
            <p:nvPr/>
          </p:nvSpPr>
          <p:spPr>
            <a:xfrm>
              <a:off x="4790" y="0"/>
              <a:ext cx="4820" cy="10900"/>
            </a:xfrm>
            <a:prstGeom prst="rect">
              <a:avLst/>
            </a:prstGeom>
            <a:solidFill>
              <a:schemeClr val="accent3">
                <a:lumMod val="7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4" name="Isosceles Triangle 23"/>
            <p:cNvSpPr/>
            <p:nvPr/>
          </p:nvSpPr>
          <p:spPr>
            <a:xfrm rot="5400000">
              <a:off x="8790" y="1890"/>
              <a:ext cx="2720" cy="1080"/>
            </a:xfrm>
            <a:prstGeom prst="triangle">
              <a:avLst/>
            </a:prstGeom>
            <a:solidFill>
              <a:srgbClr val="B68C02"/>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8" name="Text Box 27"/>
            <p:cNvSpPr txBox="1"/>
            <p:nvPr/>
          </p:nvSpPr>
          <p:spPr>
            <a:xfrm>
              <a:off x="6290"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B</a:t>
              </a:r>
              <a:endParaRPr lang="en-US" sz="6600">
                <a:solidFill>
                  <a:schemeClr val="bg1"/>
                </a:solidFill>
                <a:latin typeface="Comic Sans MS" panose="030F0702030302020204" charset="0"/>
                <a:cs typeface="Comic Sans MS" panose="030F0702030302020204" charset="0"/>
              </a:endParaRPr>
            </a:p>
          </p:txBody>
        </p:sp>
        <p:grpSp>
          <p:nvGrpSpPr>
            <p:cNvPr id="40" name="Group 39"/>
            <p:cNvGrpSpPr/>
            <p:nvPr/>
          </p:nvGrpSpPr>
          <p:grpSpPr>
            <a:xfrm>
              <a:off x="5571" y="3390"/>
              <a:ext cx="3258" cy="3100"/>
              <a:chOff x="752" y="3390"/>
              <a:chExt cx="3258" cy="3100"/>
            </a:xfrm>
          </p:grpSpPr>
          <p:sp>
            <p:nvSpPr>
              <p:cNvPr id="41" name="Text Box 40"/>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2" name="Text Box 41"/>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49" name="A"/>
          <p:cNvGrpSpPr/>
          <p:nvPr/>
        </p:nvGrpSpPr>
        <p:grpSpPr>
          <a:xfrm>
            <a:off x="-2623185" y="0"/>
            <a:ext cx="3746500" cy="6921500"/>
            <a:chOff x="-30" y="0"/>
            <a:chExt cx="5900" cy="10900"/>
          </a:xfrm>
        </p:grpSpPr>
        <p:sp>
          <p:nvSpPr>
            <p:cNvPr id="19" name="Rectangle 18"/>
            <p:cNvSpPr/>
            <p:nvPr/>
          </p:nvSpPr>
          <p:spPr>
            <a:xfrm>
              <a:off x="-30" y="0"/>
              <a:ext cx="4820" cy="10900"/>
            </a:xfrm>
            <a:prstGeom prst="rect">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3" name="Isosceles Triangle 22"/>
            <p:cNvSpPr/>
            <p:nvPr/>
          </p:nvSpPr>
          <p:spPr>
            <a:xfrm rot="5400000">
              <a:off x="3970" y="2130"/>
              <a:ext cx="2720" cy="1080"/>
            </a:xfrm>
            <a:prstGeom prst="triangl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7" name="Text Box 26"/>
            <p:cNvSpPr txBox="1"/>
            <p:nvPr/>
          </p:nvSpPr>
          <p:spPr>
            <a:xfrm>
              <a:off x="1471"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A</a:t>
              </a:r>
              <a:endParaRPr lang="en-US" sz="6600">
                <a:solidFill>
                  <a:schemeClr val="bg1"/>
                </a:solidFill>
                <a:latin typeface="Comic Sans MS" panose="030F0702030302020204" charset="0"/>
                <a:cs typeface="Comic Sans MS" panose="030F0702030302020204" charset="0"/>
              </a:endParaRPr>
            </a:p>
          </p:txBody>
        </p:sp>
        <p:grpSp>
          <p:nvGrpSpPr>
            <p:cNvPr id="39" name="Group 38"/>
            <p:cNvGrpSpPr/>
            <p:nvPr/>
          </p:nvGrpSpPr>
          <p:grpSpPr>
            <a:xfrm>
              <a:off x="752" y="3390"/>
              <a:ext cx="3258" cy="3100"/>
              <a:chOff x="752" y="3390"/>
              <a:chExt cx="3258" cy="3100"/>
            </a:xfrm>
          </p:grpSpPr>
          <p:sp>
            <p:nvSpPr>
              <p:cNvPr id="31" name="Text Box 30"/>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32" name="Text Box 31"/>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spTree>
    <p:custDataLst>
      <p:tags r:id="rId1"/>
    </p:custData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p:cNvSpPr txBox="1"/>
          <p:nvPr/>
        </p:nvSpPr>
        <p:spPr>
          <a:xfrm>
            <a:off x="1979930" y="2406650"/>
            <a:ext cx="8731250" cy="1861185"/>
          </a:xfrm>
          <a:prstGeom prst="rect">
            <a:avLst/>
          </a:prstGeom>
          <a:noFill/>
        </p:spPr>
        <p:txBody>
          <a:bodyPr wrap="square" rtlCol="0">
            <a:spAutoFit/>
          </a:bodyPr>
          <a:p>
            <a:pPr algn="ctr"/>
            <a:r>
              <a:rPr lang="en-US" sz="11500" b="1"/>
              <a:t>WELCOME</a:t>
            </a:r>
            <a:endParaRPr lang="en-US" sz="11500" b="1"/>
          </a:p>
        </p:txBody>
      </p:sp>
      <p:grpSp>
        <p:nvGrpSpPr>
          <p:cNvPr id="52" name="Group 51"/>
          <p:cNvGrpSpPr/>
          <p:nvPr/>
        </p:nvGrpSpPr>
        <p:grpSpPr>
          <a:xfrm>
            <a:off x="9144000" y="0"/>
            <a:ext cx="3746500" cy="6921500"/>
            <a:chOff x="14400" y="0"/>
            <a:chExt cx="5900" cy="10900"/>
          </a:xfrm>
        </p:grpSpPr>
        <p:sp>
          <p:nvSpPr>
            <p:cNvPr id="22" name="Rectangle 21"/>
            <p:cNvSpPr/>
            <p:nvPr/>
          </p:nvSpPr>
          <p:spPr>
            <a:xfrm>
              <a:off x="14400" y="0"/>
              <a:ext cx="4820" cy="1090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6" name="Isosceles Triangle 25"/>
            <p:cNvSpPr/>
            <p:nvPr/>
          </p:nvSpPr>
          <p:spPr>
            <a:xfrm rot="5400000">
              <a:off x="18400" y="1890"/>
              <a:ext cx="2720" cy="1080"/>
            </a:xfrm>
            <a:prstGeom prst="triangle">
              <a:avLst/>
            </a:prstGeom>
            <a:solidFill>
              <a:srgbClr val="4874CB"/>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Text Box 29"/>
            <p:cNvSpPr txBox="1"/>
            <p:nvPr/>
          </p:nvSpPr>
          <p:spPr>
            <a:xfrm>
              <a:off x="15928"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D</a:t>
              </a:r>
              <a:endParaRPr lang="en-US" sz="6600">
                <a:solidFill>
                  <a:schemeClr val="bg1"/>
                </a:solidFill>
                <a:latin typeface="Comic Sans MS" panose="030F0702030302020204" charset="0"/>
                <a:cs typeface="Comic Sans MS" panose="030F0702030302020204" charset="0"/>
              </a:endParaRPr>
            </a:p>
          </p:txBody>
        </p:sp>
        <p:grpSp>
          <p:nvGrpSpPr>
            <p:cNvPr id="43" name="Group 42"/>
            <p:cNvGrpSpPr/>
            <p:nvPr/>
          </p:nvGrpSpPr>
          <p:grpSpPr>
            <a:xfrm>
              <a:off x="15181" y="3390"/>
              <a:ext cx="3258" cy="3100"/>
              <a:chOff x="752" y="3390"/>
              <a:chExt cx="3258" cy="3100"/>
            </a:xfrm>
          </p:grpSpPr>
          <p:sp>
            <p:nvSpPr>
              <p:cNvPr id="44" name="Text Box 43"/>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5" name="Text Box 44"/>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51" name="Group 50"/>
          <p:cNvGrpSpPr/>
          <p:nvPr/>
        </p:nvGrpSpPr>
        <p:grpSpPr>
          <a:xfrm>
            <a:off x="6102350" y="0"/>
            <a:ext cx="3746500" cy="6921500"/>
            <a:chOff x="9610" y="0"/>
            <a:chExt cx="5900" cy="10900"/>
          </a:xfrm>
        </p:grpSpPr>
        <p:sp>
          <p:nvSpPr>
            <p:cNvPr id="21" name="Rectangle 20"/>
            <p:cNvSpPr/>
            <p:nvPr/>
          </p:nvSpPr>
          <p:spPr>
            <a:xfrm>
              <a:off x="9610" y="0"/>
              <a:ext cx="4790" cy="10900"/>
            </a:xfrm>
            <a:prstGeom prst="rect">
              <a:avLst/>
            </a:prstGeom>
            <a:solidFill>
              <a:srgbClr val="00B05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5" name="Isosceles Triangle 24"/>
            <p:cNvSpPr/>
            <p:nvPr/>
          </p:nvSpPr>
          <p:spPr>
            <a:xfrm rot="5400000">
              <a:off x="13610" y="1890"/>
              <a:ext cx="2720" cy="1080"/>
            </a:xfrm>
            <a:prstGeom prst="triangle">
              <a:avLst/>
            </a:prstGeom>
            <a:solidFill>
              <a:srgbClr val="00B05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9" name="Text Box 28"/>
            <p:cNvSpPr txBox="1"/>
            <p:nvPr/>
          </p:nvSpPr>
          <p:spPr>
            <a:xfrm>
              <a:off x="11109"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C</a:t>
              </a:r>
              <a:endParaRPr lang="en-US" sz="6600">
                <a:solidFill>
                  <a:schemeClr val="bg1"/>
                </a:solidFill>
                <a:latin typeface="Comic Sans MS" panose="030F0702030302020204" charset="0"/>
                <a:cs typeface="Comic Sans MS" panose="030F0702030302020204" charset="0"/>
              </a:endParaRPr>
            </a:p>
          </p:txBody>
        </p:sp>
        <p:grpSp>
          <p:nvGrpSpPr>
            <p:cNvPr id="46" name="Group 45"/>
            <p:cNvGrpSpPr/>
            <p:nvPr/>
          </p:nvGrpSpPr>
          <p:grpSpPr>
            <a:xfrm>
              <a:off x="10376" y="3390"/>
              <a:ext cx="3258" cy="3100"/>
              <a:chOff x="752" y="3390"/>
              <a:chExt cx="3258" cy="3100"/>
            </a:xfrm>
          </p:grpSpPr>
          <p:sp>
            <p:nvSpPr>
              <p:cNvPr id="47" name="Text Box 46"/>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8" name="Text Box 47"/>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50" name="Group 49"/>
          <p:cNvGrpSpPr/>
          <p:nvPr/>
        </p:nvGrpSpPr>
        <p:grpSpPr>
          <a:xfrm>
            <a:off x="3041650" y="0"/>
            <a:ext cx="3746500" cy="6921500"/>
            <a:chOff x="4790" y="0"/>
            <a:chExt cx="5900" cy="10900"/>
          </a:xfrm>
        </p:grpSpPr>
        <p:sp>
          <p:nvSpPr>
            <p:cNvPr id="20" name="Rectangle 19"/>
            <p:cNvSpPr/>
            <p:nvPr/>
          </p:nvSpPr>
          <p:spPr>
            <a:xfrm>
              <a:off x="4790" y="0"/>
              <a:ext cx="4820" cy="10900"/>
            </a:xfrm>
            <a:prstGeom prst="rect">
              <a:avLst/>
            </a:prstGeom>
            <a:solidFill>
              <a:schemeClr val="accent3">
                <a:lumMod val="7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4" name="Isosceles Triangle 23"/>
            <p:cNvSpPr/>
            <p:nvPr/>
          </p:nvSpPr>
          <p:spPr>
            <a:xfrm rot="5400000">
              <a:off x="8790" y="1890"/>
              <a:ext cx="2720" cy="1080"/>
            </a:xfrm>
            <a:prstGeom prst="triangle">
              <a:avLst/>
            </a:prstGeom>
            <a:solidFill>
              <a:srgbClr val="B68C02"/>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8" name="Text Box 27"/>
            <p:cNvSpPr txBox="1"/>
            <p:nvPr/>
          </p:nvSpPr>
          <p:spPr>
            <a:xfrm>
              <a:off x="6290"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B</a:t>
              </a:r>
              <a:endParaRPr lang="en-US" sz="6600">
                <a:solidFill>
                  <a:schemeClr val="bg1"/>
                </a:solidFill>
                <a:latin typeface="Comic Sans MS" panose="030F0702030302020204" charset="0"/>
                <a:cs typeface="Comic Sans MS" panose="030F0702030302020204" charset="0"/>
              </a:endParaRPr>
            </a:p>
          </p:txBody>
        </p:sp>
        <p:grpSp>
          <p:nvGrpSpPr>
            <p:cNvPr id="40" name="Group 39"/>
            <p:cNvGrpSpPr/>
            <p:nvPr/>
          </p:nvGrpSpPr>
          <p:grpSpPr>
            <a:xfrm>
              <a:off x="5571" y="3390"/>
              <a:ext cx="3258" cy="3100"/>
              <a:chOff x="752" y="3390"/>
              <a:chExt cx="3258" cy="3100"/>
            </a:xfrm>
          </p:grpSpPr>
          <p:sp>
            <p:nvSpPr>
              <p:cNvPr id="41" name="Text Box 40"/>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42" name="Text Box 41"/>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grpSp>
        <p:nvGrpSpPr>
          <p:cNvPr id="49" name="Group 48"/>
          <p:cNvGrpSpPr/>
          <p:nvPr/>
        </p:nvGrpSpPr>
        <p:grpSpPr>
          <a:xfrm>
            <a:off x="-19050" y="0"/>
            <a:ext cx="3746500" cy="6921500"/>
            <a:chOff x="-30" y="0"/>
            <a:chExt cx="5900" cy="10900"/>
          </a:xfrm>
        </p:grpSpPr>
        <p:sp>
          <p:nvSpPr>
            <p:cNvPr id="19" name="Rectangle 18"/>
            <p:cNvSpPr/>
            <p:nvPr/>
          </p:nvSpPr>
          <p:spPr>
            <a:xfrm>
              <a:off x="-30" y="0"/>
              <a:ext cx="4820" cy="10900"/>
            </a:xfrm>
            <a:prstGeom prst="rect">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3" name="Isosceles Triangle 22"/>
            <p:cNvSpPr/>
            <p:nvPr/>
          </p:nvSpPr>
          <p:spPr>
            <a:xfrm rot="5400000">
              <a:off x="3970" y="2130"/>
              <a:ext cx="2720" cy="1080"/>
            </a:xfrm>
            <a:prstGeom prst="triangle">
              <a:avLst/>
            </a:prstGeom>
            <a:solidFill>
              <a:srgbClr val="FF0000"/>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7" name="Text Box 26"/>
            <p:cNvSpPr txBox="1"/>
            <p:nvPr/>
          </p:nvSpPr>
          <p:spPr>
            <a:xfrm>
              <a:off x="1471" y="1310"/>
              <a:ext cx="1819" cy="2080"/>
            </a:xfrm>
            <a:prstGeom prst="rect">
              <a:avLst/>
            </a:prstGeom>
            <a:noFill/>
          </p:spPr>
          <p:txBody>
            <a:bodyPr wrap="square" rtlCol="0">
              <a:noAutofit/>
            </a:bodyPr>
            <a:p>
              <a:pPr algn="ctr"/>
              <a:r>
                <a:rPr lang="en-US" sz="6600">
                  <a:solidFill>
                    <a:schemeClr val="bg1"/>
                  </a:solidFill>
                  <a:latin typeface="Comic Sans MS" panose="030F0702030302020204" charset="0"/>
                  <a:cs typeface="Comic Sans MS" panose="030F0702030302020204" charset="0"/>
                </a:rPr>
                <a:t>A</a:t>
              </a:r>
              <a:endParaRPr lang="en-US" sz="6600">
                <a:solidFill>
                  <a:schemeClr val="bg1"/>
                </a:solidFill>
                <a:latin typeface="Comic Sans MS" panose="030F0702030302020204" charset="0"/>
                <a:cs typeface="Comic Sans MS" panose="030F0702030302020204" charset="0"/>
              </a:endParaRPr>
            </a:p>
          </p:txBody>
        </p:sp>
        <p:grpSp>
          <p:nvGrpSpPr>
            <p:cNvPr id="39" name="Group 38"/>
            <p:cNvGrpSpPr/>
            <p:nvPr/>
          </p:nvGrpSpPr>
          <p:grpSpPr>
            <a:xfrm>
              <a:off x="752" y="3390"/>
              <a:ext cx="3258" cy="3100"/>
              <a:chOff x="752" y="3390"/>
              <a:chExt cx="3258" cy="3100"/>
            </a:xfrm>
          </p:grpSpPr>
          <p:sp>
            <p:nvSpPr>
              <p:cNvPr id="31" name="Text Box 30"/>
              <p:cNvSpPr txBox="1"/>
              <p:nvPr/>
            </p:nvSpPr>
            <p:spPr>
              <a:xfrm>
                <a:off x="752" y="3390"/>
                <a:ext cx="3258" cy="2080"/>
              </a:xfrm>
              <a:prstGeom prst="rect">
                <a:avLst/>
              </a:prstGeom>
              <a:noFill/>
            </p:spPr>
            <p:txBody>
              <a:bodyPr wrap="square" rtlCol="0">
                <a:noAutofit/>
              </a:bodyPr>
              <a:p>
                <a:pPr algn="ctr"/>
                <a:r>
                  <a:rPr lang="en-US" sz="2000">
                    <a:solidFill>
                      <a:schemeClr val="bg1"/>
                    </a:solidFill>
                    <a:latin typeface="Comic Sans MS" panose="030F0702030302020204" charset="0"/>
                    <a:cs typeface="Comic Sans MS" panose="030F0702030302020204" charset="0"/>
                  </a:rPr>
                  <a:t>Perkenalan</a:t>
                </a:r>
                <a:endParaRPr lang="en-US" sz="2000">
                  <a:solidFill>
                    <a:schemeClr val="bg1"/>
                  </a:solidFill>
                  <a:latin typeface="Comic Sans MS" panose="030F0702030302020204" charset="0"/>
                  <a:cs typeface="Comic Sans MS" panose="030F0702030302020204" charset="0"/>
                </a:endParaRPr>
              </a:p>
            </p:txBody>
          </p:sp>
          <p:sp>
            <p:nvSpPr>
              <p:cNvPr id="32" name="Text Box 31"/>
              <p:cNvSpPr txBox="1"/>
              <p:nvPr/>
            </p:nvSpPr>
            <p:spPr>
              <a:xfrm>
                <a:off x="752" y="4410"/>
                <a:ext cx="3258" cy="2080"/>
              </a:xfrm>
              <a:prstGeom prst="rect">
                <a:avLst/>
              </a:prstGeom>
              <a:noFill/>
            </p:spPr>
            <p:txBody>
              <a:bodyPr wrap="square" rtlCol="0">
                <a:noAutofit/>
              </a:bodyPr>
              <a:p>
                <a:pPr algn="ctr"/>
                <a:r>
                  <a:rPr lang="en-US" altLang="en-US" sz="900">
                    <a:solidFill>
                      <a:schemeClr val="bg1"/>
                    </a:solidFill>
                    <a:latin typeface="Comic Sans MS" panose="030F0702030302020204" charset="0"/>
                    <a:cs typeface="Comic Sans MS" panose="030F0702030302020204" charset="0"/>
                  </a:rPr>
                  <a:t>Lorem ipsum dolor sit amet, tempor fugiat velit exercitation qui. Velit non adipiscing fugiat reprehenderit cupidatat duis sed officia excepteur quis ut ullamco. Cillum irure proident aliqua sint anim fugiat in in adipiscing minim in aute.</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a:p>
                <a:pPr algn="ctr"/>
                <a:r>
                  <a:rPr lang="en-US" altLang="en-US" sz="900">
                    <a:solidFill>
                      <a:schemeClr val="bg1"/>
                    </a:solidFill>
                    <a:latin typeface="Comic Sans MS" panose="030F0702030302020204" charset="0"/>
                    <a:cs typeface="Comic Sans MS" panose="030F0702030302020204" charset="0"/>
                  </a:rPr>
                  <a:t>Tempor ut in voluptate in nulla proident consectetur est do. Magna dolor aliquip consequat nisi ad occaecat laborum qui. Sed in qui elit aliquip sunt elit incididunt proident reprehenderit nostrud deserunt nulla. Consequat esse labore cupidatat enim anim irure do laborum quis. Fugiat nulla exercitation in velit labore et sunt velit do. Aliquip nostrud ullamco id qui commodo laboris labore eiusmod elit nulla ex ut.</a:t>
                </a:r>
                <a:endParaRPr lang="en-US" altLang="en-US" sz="900">
                  <a:solidFill>
                    <a:schemeClr val="bg1"/>
                  </a:solidFill>
                  <a:latin typeface="Comic Sans MS" panose="030F0702030302020204" charset="0"/>
                  <a:cs typeface="Comic Sans MS" panose="030F0702030302020204" charset="0"/>
                </a:endParaRPr>
              </a:p>
              <a:p>
                <a:pPr algn="ctr"/>
                <a:endParaRPr lang="en-US" altLang="en-US" sz="900">
                  <a:solidFill>
                    <a:schemeClr val="bg1"/>
                  </a:solidFill>
                  <a:latin typeface="Comic Sans MS" panose="030F0702030302020204" charset="0"/>
                  <a:cs typeface="Comic Sans MS" panose="030F0702030302020204" charset="0"/>
                </a:endParaRPr>
              </a:p>
            </p:txBody>
          </p:sp>
        </p:grpSp>
      </p:grpSp>
    </p:spTree>
    <p:custDataLst>
      <p:tags r:id="rId1"/>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4.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2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2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5350</Words>
  <Application>WPS Presentation</Application>
  <PresentationFormat>Widescreen</PresentationFormat>
  <Paragraphs>76</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2</vt:i4>
      </vt:variant>
    </vt:vector>
  </HeadingPairs>
  <TitlesOfParts>
    <vt:vector size="12" baseType="lpstr">
      <vt:lpstr>Arial</vt:lpstr>
      <vt:lpstr>SimSun</vt:lpstr>
      <vt:lpstr>Wingdings</vt:lpstr>
      <vt:lpstr>Wingdings</vt:lpstr>
      <vt:lpstr>Comic Sans MS</vt:lpstr>
      <vt:lpstr>Microsoft YaHei</vt:lpstr>
      <vt:lpstr>Arial Unicode MS</vt:lpstr>
      <vt:lpstr>Calibri</vt:lpstr>
      <vt:lpstr>WPS</vt:lpstr>
      <vt:lpstr>1_WPS</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Blank Presentation</dc:title>
  <dc:creator>Admin</dc:creator>
  <cp:lastModifiedBy>Muhammad Zaini</cp:lastModifiedBy>
  <cp:revision>85</cp:revision>
  <dcterms:created xsi:type="dcterms:W3CDTF">2026-08-06T00:42:00Z</dcterms:created>
  <dcterms:modified xsi:type="dcterms:W3CDTF">2026-08-06T03:29:09Z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5A29D48A18C84A6AA066DF1B75D81C2B_11</vt:lpwstr>
  </property>
</Properties>
</file>