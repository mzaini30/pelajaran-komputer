
<file path=[Content_Types].xml><?xml version="1.0" encoding="utf-8"?>
<Types xmlns="http://schemas.openxmlformats.org/package/2006/content-types">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0" r:id="rId3"/>
  </p:sldMasterIdLst>
  <p:notesMasterIdLst>
    <p:notesMasterId r:id="rId5"/>
  </p:notesMasterIdLst>
  <p:sldIdLst>
    <p:sldId id="256" r:id="rId4"/>
    <p:sldId id="259" r:id="rId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80" userDrawn="1">
          <p15:clr>
            <a:srgbClr val="A4A3A4"/>
          </p15:clr>
        </p15:guide>
        <p15:guide id="2" pos="3844"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B68C02"/>
    <a:srgbClr val="FFFFFF"/>
    <a:srgbClr val="4874CB"/>
    <a:srgbClr val="00B050"/>
    <a:srgbClr val="FFFF00"/>
    <a:srgbClr val="FF0000"/>
    <a:srgbClr val="DCDCDC"/>
    <a:srgbClr val="F0F0F0"/>
    <a:srgbClr val="E6E6E6"/>
    <a:srgbClr val="C8C8C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3778" autoAdjust="0"/>
    <p:restoredTop sz="94660"/>
  </p:normalViewPr>
  <p:slideViewPr>
    <p:cSldViewPr snapToGrid="0" showGuides="1">
      <p:cViewPr varScale="1">
        <p:scale>
          <a:sx n="99" d="100"/>
          <a:sy n="99" d="100"/>
        </p:scale>
        <p:origin x="84" y="582"/>
      </p:cViewPr>
      <p:guideLst>
        <p:guide orient="horz" pos="2180"/>
        <p:guide pos="3844"/>
      </p:guideLst>
    </p:cSldViewPr>
  </p:slideViewPr>
  <p:notesTextViewPr>
    <p:cViewPr>
      <p:scale>
        <a:sx n="3" d="2"/>
        <a:sy n="3" d="2"/>
      </p:scale>
      <p:origin x="0" y="0"/>
    </p:cViewPr>
  </p:notesTextViewPr>
  <p:notesViewPr>
    <p:cSldViewPr snapToGrid="0">
      <p:cViewPr varScale="1">
        <p:scale>
          <a:sx n="92" d="100"/>
          <a:sy n="92" d="100"/>
        </p:scale>
        <p:origin x="2550" y="102"/>
      </p:cViewPr>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tableStyles" Target="tableStyles.xml"/><Relationship Id="rId8" Type="http://schemas.openxmlformats.org/officeDocument/2006/relationships/viewProps" Target="viewProps.xml"/><Relationship Id="rId7" Type="http://schemas.openxmlformats.org/officeDocument/2006/relationships/presProps" Target="presProps.xml"/><Relationship Id="rId6" Type="http://schemas.openxmlformats.org/officeDocument/2006/relationships/slide" Target="slides/slide2.xml"/><Relationship Id="rId5" Type="http://schemas.openxmlformats.org/officeDocument/2006/relationships/notesMaster" Target="notesMasters/notesMaster1.xml"/><Relationship Id="rId4" Type="http://schemas.openxmlformats.org/officeDocument/2006/relationships/slide" Target="slides/slide1.xml"/><Relationship Id="rId3" Type="http://schemas.openxmlformats.org/officeDocument/2006/relationships/slideMaster" Target="slideMasters/slideMaster2.xml"/><Relationship Id="rId2" Type="http://schemas.openxmlformats.org/officeDocument/2006/relationships/theme" Target="theme/theme1.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EFD42F7-718C-4B98-AAEC-167E6DDD60A7}" type="datetimeFigureOut">
              <a:rPr lang="en-US" smtClean="0"/>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1B2AA4F-B828-4D7C-AFD3-893933DAFCB4}" type="slidenum">
              <a:rPr lang="en-US" smtClean="0"/>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idx="2"/>
          </p:nvPr>
        </p:nvSpPr>
        <p:spPr/>
      </p:sp>
      <p:sp>
        <p:nvSpPr>
          <p:cNvPr id="3" name="Text Placeholder 2"/>
          <p:cNvSpPr>
            <a:spLocks noGrp="1"/>
          </p:cNvSpPr>
          <p:nvPr>
            <p:ph type="body" idx="3"/>
          </p:nvPr>
        </p:nvSpPr>
        <p:spPr/>
        <p:txBody>
          <a:bodyPr/>
          <a:p>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idx="2"/>
          </p:nvPr>
        </p:nvSpPr>
        <p:spPr/>
      </p:sp>
      <p:sp>
        <p:nvSpPr>
          <p:cNvPr id="3" name="Text Placeholder 2"/>
          <p:cNvSpPr>
            <a:spLocks noGrp="1"/>
          </p:cNvSpPr>
          <p:nvPr>
            <p:ph type="body" idx="3"/>
          </p:nvPr>
        </p:nvSpPr>
        <p:spPr/>
        <p:txBody>
          <a:bodyPr/>
          <a:p>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6" Type="http://schemas.openxmlformats.org/officeDocument/2006/relationships/tags" Target="../tags/tag5.xml"/><Relationship Id="rId5" Type="http://schemas.openxmlformats.org/officeDocument/2006/relationships/tags" Target="../tags/tag4.xml"/><Relationship Id="rId4" Type="http://schemas.openxmlformats.org/officeDocument/2006/relationships/tags" Target="../tags/tag3.xml"/><Relationship Id="rId3" Type="http://schemas.openxmlformats.org/officeDocument/2006/relationships/tags" Target="../tags/tag2.xml"/><Relationship Id="rId2" Type="http://schemas.openxmlformats.org/officeDocument/2006/relationships/tags" Target="../tags/tag1.xml"/><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6" Type="http://schemas.openxmlformats.org/officeDocument/2006/relationships/tags" Target="../tags/tag10.xml"/><Relationship Id="rId5" Type="http://schemas.openxmlformats.org/officeDocument/2006/relationships/tags" Target="../tags/tag9.xml"/><Relationship Id="rId4" Type="http://schemas.openxmlformats.org/officeDocument/2006/relationships/tags" Target="../tags/tag8.xml"/><Relationship Id="rId3" Type="http://schemas.openxmlformats.org/officeDocument/2006/relationships/tags" Target="../tags/tag7.xml"/><Relationship Id="rId2" Type="http://schemas.openxmlformats.org/officeDocument/2006/relationships/tags" Target="../tags/tag6.xml"/><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6" Type="http://schemas.openxmlformats.org/officeDocument/2006/relationships/tags" Target="../tags/tag15.xml"/><Relationship Id="rId5" Type="http://schemas.openxmlformats.org/officeDocument/2006/relationships/tags" Target="../tags/tag14.xml"/><Relationship Id="rId4" Type="http://schemas.openxmlformats.org/officeDocument/2006/relationships/tags" Target="../tags/tag13.xml"/><Relationship Id="rId3" Type="http://schemas.openxmlformats.org/officeDocument/2006/relationships/tags" Target="../tags/tag12.xml"/><Relationship Id="rId2" Type="http://schemas.openxmlformats.org/officeDocument/2006/relationships/tags" Target="../tags/tag11.xml"/><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7" Type="http://schemas.openxmlformats.org/officeDocument/2006/relationships/tags" Target="../tags/tag21.xml"/><Relationship Id="rId6" Type="http://schemas.openxmlformats.org/officeDocument/2006/relationships/tags" Target="../tags/tag20.xml"/><Relationship Id="rId5" Type="http://schemas.openxmlformats.org/officeDocument/2006/relationships/tags" Target="../tags/tag19.xml"/><Relationship Id="rId4" Type="http://schemas.openxmlformats.org/officeDocument/2006/relationships/tags" Target="../tags/tag18.xml"/><Relationship Id="rId3" Type="http://schemas.openxmlformats.org/officeDocument/2006/relationships/tags" Target="../tags/tag17.xml"/><Relationship Id="rId2" Type="http://schemas.openxmlformats.org/officeDocument/2006/relationships/tags" Target="../tags/tag16.xml"/><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9" Type="http://schemas.openxmlformats.org/officeDocument/2006/relationships/tags" Target="../tags/tag29.xml"/><Relationship Id="rId8" Type="http://schemas.openxmlformats.org/officeDocument/2006/relationships/tags" Target="../tags/tag28.xml"/><Relationship Id="rId7" Type="http://schemas.openxmlformats.org/officeDocument/2006/relationships/tags" Target="../tags/tag27.xml"/><Relationship Id="rId6" Type="http://schemas.openxmlformats.org/officeDocument/2006/relationships/tags" Target="../tags/tag26.xml"/><Relationship Id="rId5" Type="http://schemas.openxmlformats.org/officeDocument/2006/relationships/tags" Target="../tags/tag25.xml"/><Relationship Id="rId4" Type="http://schemas.openxmlformats.org/officeDocument/2006/relationships/tags" Target="../tags/tag24.xml"/><Relationship Id="rId3" Type="http://schemas.openxmlformats.org/officeDocument/2006/relationships/tags" Target="../tags/tag23.xml"/><Relationship Id="rId2" Type="http://schemas.openxmlformats.org/officeDocument/2006/relationships/tags" Target="../tags/tag22.xml"/><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5" Type="http://schemas.openxmlformats.org/officeDocument/2006/relationships/tags" Target="../tags/tag33.xml"/><Relationship Id="rId4" Type="http://schemas.openxmlformats.org/officeDocument/2006/relationships/tags" Target="../tags/tag32.xml"/><Relationship Id="rId3" Type="http://schemas.openxmlformats.org/officeDocument/2006/relationships/tags" Target="../tags/tag31.xml"/><Relationship Id="rId2" Type="http://schemas.openxmlformats.org/officeDocument/2006/relationships/tags" Target="../tags/tag30.xml"/><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4" Type="http://schemas.openxmlformats.org/officeDocument/2006/relationships/tags" Target="../tags/tag36.xml"/><Relationship Id="rId3" Type="http://schemas.openxmlformats.org/officeDocument/2006/relationships/tags" Target="../tags/tag35.xml"/><Relationship Id="rId2" Type="http://schemas.openxmlformats.org/officeDocument/2006/relationships/tags" Target="../tags/tag34.xml"/><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7" Type="http://schemas.openxmlformats.org/officeDocument/2006/relationships/tags" Target="../tags/tag42.xml"/><Relationship Id="rId6" Type="http://schemas.openxmlformats.org/officeDocument/2006/relationships/tags" Target="../tags/tag41.xml"/><Relationship Id="rId5" Type="http://schemas.openxmlformats.org/officeDocument/2006/relationships/tags" Target="../tags/tag40.xml"/><Relationship Id="rId4" Type="http://schemas.openxmlformats.org/officeDocument/2006/relationships/tags" Target="../tags/tag39.xml"/><Relationship Id="rId3" Type="http://schemas.openxmlformats.org/officeDocument/2006/relationships/tags" Target="../tags/tag38.xml"/><Relationship Id="rId2" Type="http://schemas.openxmlformats.org/officeDocument/2006/relationships/tags" Target="../tags/tag37.xml"/><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6" Type="http://schemas.openxmlformats.org/officeDocument/2006/relationships/tags" Target="../tags/tag47.xml"/><Relationship Id="rId5" Type="http://schemas.openxmlformats.org/officeDocument/2006/relationships/tags" Target="../tags/tag46.xml"/><Relationship Id="rId4" Type="http://schemas.openxmlformats.org/officeDocument/2006/relationships/tags" Target="../tags/tag45.xml"/><Relationship Id="rId3" Type="http://schemas.openxmlformats.org/officeDocument/2006/relationships/tags" Target="../tags/tag44.xml"/><Relationship Id="rId2" Type="http://schemas.openxmlformats.org/officeDocument/2006/relationships/tags" Target="../tags/tag43.xml"/><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5" Type="http://schemas.openxmlformats.org/officeDocument/2006/relationships/tags" Target="../tags/tag51.xml"/><Relationship Id="rId4" Type="http://schemas.openxmlformats.org/officeDocument/2006/relationships/tags" Target="../tags/tag50.xml"/><Relationship Id="rId3" Type="http://schemas.openxmlformats.org/officeDocument/2006/relationships/tags" Target="../tags/tag49.xml"/><Relationship Id="rId2" Type="http://schemas.openxmlformats.org/officeDocument/2006/relationships/tags" Target="../tags/tag48.xml"/><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6" Type="http://schemas.openxmlformats.org/officeDocument/2006/relationships/tags" Target="../tags/tag56.xml"/><Relationship Id="rId5" Type="http://schemas.openxmlformats.org/officeDocument/2006/relationships/tags" Target="../tags/tag55.xml"/><Relationship Id="rId4" Type="http://schemas.openxmlformats.org/officeDocument/2006/relationships/tags" Target="../tags/tag54.xml"/><Relationship Id="rId3" Type="http://schemas.openxmlformats.org/officeDocument/2006/relationships/tags" Target="../tags/tag53.xml"/><Relationship Id="rId2" Type="http://schemas.openxmlformats.org/officeDocument/2006/relationships/tags" Target="../tags/tag52.xml"/><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6" Type="http://schemas.openxmlformats.org/officeDocument/2006/relationships/tags" Target="../tags/tag67.xml"/><Relationship Id="rId5" Type="http://schemas.openxmlformats.org/officeDocument/2006/relationships/tags" Target="../tags/tag66.xml"/><Relationship Id="rId4" Type="http://schemas.openxmlformats.org/officeDocument/2006/relationships/tags" Target="../tags/tag65.xml"/><Relationship Id="rId3" Type="http://schemas.openxmlformats.org/officeDocument/2006/relationships/tags" Target="../tags/tag64.xml"/><Relationship Id="rId2" Type="http://schemas.openxmlformats.org/officeDocument/2006/relationships/tags" Target="../tags/tag63.xml"/><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6" Type="http://schemas.openxmlformats.org/officeDocument/2006/relationships/tags" Target="../tags/tag72.xml"/><Relationship Id="rId5" Type="http://schemas.openxmlformats.org/officeDocument/2006/relationships/tags" Target="../tags/tag71.xml"/><Relationship Id="rId4" Type="http://schemas.openxmlformats.org/officeDocument/2006/relationships/tags" Target="../tags/tag70.xml"/><Relationship Id="rId3" Type="http://schemas.openxmlformats.org/officeDocument/2006/relationships/tags" Target="../tags/tag69.xml"/><Relationship Id="rId2" Type="http://schemas.openxmlformats.org/officeDocument/2006/relationships/tags" Target="../tags/tag68.xml"/><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6" Type="http://schemas.openxmlformats.org/officeDocument/2006/relationships/tags" Target="../tags/tag77.xml"/><Relationship Id="rId5" Type="http://schemas.openxmlformats.org/officeDocument/2006/relationships/tags" Target="../tags/tag76.xml"/><Relationship Id="rId4" Type="http://schemas.openxmlformats.org/officeDocument/2006/relationships/tags" Target="../tags/tag75.xml"/><Relationship Id="rId3" Type="http://schemas.openxmlformats.org/officeDocument/2006/relationships/tags" Target="../tags/tag74.xml"/><Relationship Id="rId2" Type="http://schemas.openxmlformats.org/officeDocument/2006/relationships/tags" Target="../tags/tag73.xml"/><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7" Type="http://schemas.openxmlformats.org/officeDocument/2006/relationships/tags" Target="../tags/tag83.xml"/><Relationship Id="rId6" Type="http://schemas.openxmlformats.org/officeDocument/2006/relationships/tags" Target="../tags/tag82.xml"/><Relationship Id="rId5" Type="http://schemas.openxmlformats.org/officeDocument/2006/relationships/tags" Target="../tags/tag81.xml"/><Relationship Id="rId4" Type="http://schemas.openxmlformats.org/officeDocument/2006/relationships/tags" Target="../tags/tag80.xml"/><Relationship Id="rId3" Type="http://schemas.openxmlformats.org/officeDocument/2006/relationships/tags" Target="../tags/tag79.xml"/><Relationship Id="rId2" Type="http://schemas.openxmlformats.org/officeDocument/2006/relationships/tags" Target="../tags/tag78.xml"/><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9" Type="http://schemas.openxmlformats.org/officeDocument/2006/relationships/tags" Target="../tags/tag91.xml"/><Relationship Id="rId8" Type="http://schemas.openxmlformats.org/officeDocument/2006/relationships/tags" Target="../tags/tag90.xml"/><Relationship Id="rId7" Type="http://schemas.openxmlformats.org/officeDocument/2006/relationships/tags" Target="../tags/tag89.xml"/><Relationship Id="rId6" Type="http://schemas.openxmlformats.org/officeDocument/2006/relationships/tags" Target="../tags/tag88.xml"/><Relationship Id="rId5" Type="http://schemas.openxmlformats.org/officeDocument/2006/relationships/tags" Target="../tags/tag87.xml"/><Relationship Id="rId4" Type="http://schemas.openxmlformats.org/officeDocument/2006/relationships/tags" Target="../tags/tag86.xml"/><Relationship Id="rId3" Type="http://schemas.openxmlformats.org/officeDocument/2006/relationships/tags" Target="../tags/tag85.xml"/><Relationship Id="rId2" Type="http://schemas.openxmlformats.org/officeDocument/2006/relationships/tags" Target="../tags/tag84.xml"/><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5" Type="http://schemas.openxmlformats.org/officeDocument/2006/relationships/tags" Target="../tags/tag95.xml"/><Relationship Id="rId4" Type="http://schemas.openxmlformats.org/officeDocument/2006/relationships/tags" Target="../tags/tag94.xml"/><Relationship Id="rId3" Type="http://schemas.openxmlformats.org/officeDocument/2006/relationships/tags" Target="../tags/tag93.xml"/><Relationship Id="rId2" Type="http://schemas.openxmlformats.org/officeDocument/2006/relationships/tags" Target="../tags/tag92.xml"/><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4" Type="http://schemas.openxmlformats.org/officeDocument/2006/relationships/tags" Target="../tags/tag98.xml"/><Relationship Id="rId3" Type="http://schemas.openxmlformats.org/officeDocument/2006/relationships/tags" Target="../tags/tag97.xml"/><Relationship Id="rId2" Type="http://schemas.openxmlformats.org/officeDocument/2006/relationships/tags" Target="../tags/tag96.xml"/><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7" Type="http://schemas.openxmlformats.org/officeDocument/2006/relationships/tags" Target="../tags/tag104.xml"/><Relationship Id="rId6" Type="http://schemas.openxmlformats.org/officeDocument/2006/relationships/tags" Target="../tags/tag103.xml"/><Relationship Id="rId5" Type="http://schemas.openxmlformats.org/officeDocument/2006/relationships/tags" Target="../tags/tag102.xml"/><Relationship Id="rId4" Type="http://schemas.openxmlformats.org/officeDocument/2006/relationships/tags" Target="../tags/tag101.xml"/><Relationship Id="rId3" Type="http://schemas.openxmlformats.org/officeDocument/2006/relationships/tags" Target="../tags/tag100.xml"/><Relationship Id="rId2" Type="http://schemas.openxmlformats.org/officeDocument/2006/relationships/tags" Target="../tags/tag99.xml"/><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6" Type="http://schemas.openxmlformats.org/officeDocument/2006/relationships/tags" Target="../tags/tag109.xml"/><Relationship Id="rId5" Type="http://schemas.openxmlformats.org/officeDocument/2006/relationships/tags" Target="../tags/tag108.xml"/><Relationship Id="rId4" Type="http://schemas.openxmlformats.org/officeDocument/2006/relationships/tags" Target="../tags/tag107.xml"/><Relationship Id="rId3" Type="http://schemas.openxmlformats.org/officeDocument/2006/relationships/tags" Target="../tags/tag106.xml"/><Relationship Id="rId2" Type="http://schemas.openxmlformats.org/officeDocument/2006/relationships/tags" Target="../tags/tag105.xml"/><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5" Type="http://schemas.openxmlformats.org/officeDocument/2006/relationships/tags" Target="../tags/tag113.xml"/><Relationship Id="rId4" Type="http://schemas.openxmlformats.org/officeDocument/2006/relationships/tags" Target="../tags/tag112.xml"/><Relationship Id="rId3" Type="http://schemas.openxmlformats.org/officeDocument/2006/relationships/tags" Target="../tags/tag111.xml"/><Relationship Id="rId2" Type="http://schemas.openxmlformats.org/officeDocument/2006/relationships/tags" Target="../tags/tag110.xml"/><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6" Type="http://schemas.openxmlformats.org/officeDocument/2006/relationships/tags" Target="../tags/tag118.xml"/><Relationship Id="rId5" Type="http://schemas.openxmlformats.org/officeDocument/2006/relationships/tags" Target="../tags/tag117.xml"/><Relationship Id="rId4" Type="http://schemas.openxmlformats.org/officeDocument/2006/relationships/tags" Target="../tags/tag116.xml"/><Relationship Id="rId3" Type="http://schemas.openxmlformats.org/officeDocument/2006/relationships/tags" Target="../tags/tag115.xml"/><Relationship Id="rId2" Type="http://schemas.openxmlformats.org/officeDocument/2006/relationships/tags" Target="../tags/tag114.xml"/><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custDataLst>
              <p:tags r:id="rId2"/>
            </p:custDataLst>
          </p:nvPr>
        </p:nvSpPr>
        <p:spPr>
          <a:xfrm>
            <a:off x="1198800" y="914400"/>
            <a:ext cx="9799200" cy="2570400"/>
          </a:xfrm>
        </p:spPr>
        <p:txBody>
          <a:bodyPr lIns="90000" tIns="46800" rIns="90000" bIns="46800" anchor="b" anchorCtr="0">
            <a:normAutofit/>
          </a:bodyPr>
          <a:lstStyle>
            <a:lvl1pPr algn="ctr">
              <a:defRPr sz="6000"/>
            </a:lvl1pPr>
          </a:lstStyle>
          <a:p>
            <a:r>
              <a:rPr lang="en-US" dirty="0"/>
              <a:t>Click to edit Master title style</a:t>
            </a:r>
            <a:endParaRPr lang="en-US" dirty="0"/>
          </a:p>
        </p:txBody>
      </p:sp>
      <p:sp>
        <p:nvSpPr>
          <p:cNvPr id="3" name="Subtitle 2"/>
          <p:cNvSpPr>
            <a:spLocks noGrp="1"/>
          </p:cNvSpPr>
          <p:nvPr>
            <p:ph type="subTitle" idx="1"/>
            <p:custDataLst>
              <p:tags r:id="rId3"/>
            </p:custDataLst>
          </p:nvPr>
        </p:nvSpPr>
        <p:spPr>
          <a:xfrm>
            <a:off x="1198800" y="3560400"/>
            <a:ext cx="9799200" cy="1472400"/>
          </a:xfrm>
        </p:spPr>
        <p:txBody>
          <a:bodyPr lIns="90000" tIns="46800" rIns="90000" bIns="46800">
            <a:normAutofit/>
          </a:bodyPr>
          <a:lstStyle>
            <a:lvl1pPr marL="0" indent="0" algn="ctr">
              <a:lnSpc>
                <a:spcPct val="110000"/>
              </a:lnSpc>
              <a:buNone/>
              <a:defRPr sz="2400" spc="2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endParaRPr lang="en-US" dirty="0"/>
          </a:p>
        </p:txBody>
      </p:sp>
      <p:sp>
        <p:nvSpPr>
          <p:cNvPr id="16" name="Date Placeholder 15"/>
          <p:cNvSpPr>
            <a:spLocks noGrp="1"/>
          </p:cNvSpPr>
          <p:nvPr>
            <p:ph type="dt" sz="half" idx="10"/>
            <p:custDataLst>
              <p:tags r:id="rId4"/>
            </p:custDataLst>
          </p:nvPr>
        </p:nvSpPr>
        <p:spPr/>
        <p:txBody>
          <a:bodyPr/>
          <a:lstStyle/>
          <a:p>
            <a:fld id="{760FBDFE-C587-4B4C-A407-44438C67B59E}" type="datetimeFigureOut">
              <a:rPr lang="en-US" smtClean="0"/>
            </a:fld>
            <a:endParaRPr lang="en-US"/>
          </a:p>
        </p:txBody>
      </p:sp>
      <p:sp>
        <p:nvSpPr>
          <p:cNvPr id="17" name="Footer Placeholder 16"/>
          <p:cNvSpPr>
            <a:spLocks noGrp="1"/>
          </p:cNvSpPr>
          <p:nvPr>
            <p:ph type="ftr" sz="quarter" idx="11"/>
            <p:custDataLst>
              <p:tags r:id="rId5"/>
            </p:custDataLst>
          </p:nvPr>
        </p:nvSpPr>
        <p:spPr/>
        <p:txBody>
          <a:bodyPr/>
          <a:lstStyle/>
          <a:p>
            <a:endParaRPr lang="en-US" dirty="0"/>
          </a:p>
        </p:txBody>
      </p:sp>
      <p:sp>
        <p:nvSpPr>
          <p:cNvPr id="18" name="Slide Number Placeholder 17"/>
          <p:cNvSpPr>
            <a:spLocks noGrp="1"/>
          </p:cNvSpPr>
          <p:nvPr>
            <p:ph type="sldNum" sz="quarter" idx="12"/>
            <p:custDataLst>
              <p:tags r:id="rId6"/>
            </p:custDataLst>
          </p:nvPr>
        </p:nvSpPr>
        <p:spPr/>
        <p:txBody>
          <a:bodyPr/>
          <a:lstStyle/>
          <a:p>
            <a:fld id="{49AE70B2-8BF9-45C0-BB95-33D1B9D3A854}" type="slidenum">
              <a:rPr lang="en-US" smtClean="0"/>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en-US" smtClean="0"/>
              <a:t>Click to edit Master title style</a:t>
            </a:r>
            <a:endParaRPr lang="en-US"/>
          </a:p>
        </p:txBody>
      </p:sp>
      <p:sp>
        <p:nvSpPr>
          <p:cNvPr id="3" name="Content Placeholder 2"/>
          <p:cNvSpPr>
            <a:spLocks noGrp="1"/>
          </p:cNvSpPr>
          <p:nvPr>
            <p:ph idx="1"/>
            <p:custDataLst>
              <p:tags r:id="rId3"/>
            </p:custDataLst>
          </p:nvPr>
        </p:nvSpPr>
        <p:spPr>
          <a:xfrm>
            <a:off x="608400" y="1490400"/>
            <a:ext cx="10969200" cy="4759200"/>
          </a:xfrm>
        </p:spPr>
        <p:txBody>
          <a:bodyPr vert="horz" lIns="90000" tIns="46800" rIns="90000" bIns="46800" rtlCol="0">
            <a:normAutofit/>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custDataLst>
              <p:tags r:id="rId4"/>
            </p:custDataLst>
          </p:nvPr>
        </p:nvSpPr>
        <p:spPr/>
        <p:txBody>
          <a:bodyPr/>
          <a:lstStyle/>
          <a:p>
            <a:fld id="{760FBDFE-C587-4B4C-A407-44438C67B59E}" type="datetimeFigureOut">
              <a:rPr lang="en-US" smtClean="0"/>
            </a:fld>
            <a:endParaRPr lang="en-US"/>
          </a:p>
        </p:txBody>
      </p:sp>
      <p:sp>
        <p:nvSpPr>
          <p:cNvPr id="5" name="Footer Placeholder 4"/>
          <p:cNvSpPr>
            <a:spLocks noGrp="1"/>
          </p:cNvSpPr>
          <p:nvPr>
            <p:ph type="ftr" sz="quarter" idx="11"/>
            <p:custDataLst>
              <p:tags r:id="rId5"/>
            </p:custDataLst>
          </p:nvPr>
        </p:nvSpPr>
        <p:spPr/>
        <p:txBody>
          <a:bodyPr/>
          <a:lstStyle/>
          <a:p>
            <a:endParaRPr lang="en-US"/>
          </a:p>
        </p:txBody>
      </p:sp>
      <p:sp>
        <p:nvSpPr>
          <p:cNvPr id="6" name="Slide Number Placeholder 5"/>
          <p:cNvSpPr>
            <a:spLocks noGrp="1"/>
          </p:cNvSpPr>
          <p:nvPr>
            <p:ph type="sldNum" sz="quarter" idx="12"/>
            <p:custDataLst>
              <p:tags r:id="rId6"/>
            </p:custDataLst>
          </p:nvPr>
        </p:nvSpPr>
        <p:spPr/>
        <p:txBody>
          <a:bodyPr/>
          <a:lstStyle/>
          <a:p>
            <a:fld id="{49AE70B2-8BF9-45C0-BB95-33D1B9D3A854}" type="slidenum">
              <a:rPr lang="en-US" smtClean="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hasCustomPrompt="1"/>
            <p:custDataLst>
              <p:tags r:id="rId2"/>
            </p:custDataLst>
          </p:nvPr>
        </p:nvSpPr>
        <p:spPr>
          <a:xfrm>
            <a:off x="1990800" y="3848400"/>
            <a:ext cx="7768800" cy="766800"/>
          </a:xfrm>
        </p:spPr>
        <p:txBody>
          <a:bodyPr lIns="90000" tIns="46800" rIns="90000" bIns="46800" anchor="b" anchorCtr="0">
            <a:normAutofit/>
          </a:bodyPr>
          <a:lstStyle>
            <a:lvl1pPr>
              <a:defRPr sz="4400"/>
            </a:lvl1pPr>
          </a:lstStyle>
          <a:p>
            <a:r>
              <a:rPr lang="en-US" dirty="0"/>
              <a:t>Click to edit title</a:t>
            </a:r>
            <a:endParaRPr lang="en-US" dirty="0"/>
          </a:p>
        </p:txBody>
      </p:sp>
      <p:sp>
        <p:nvSpPr>
          <p:cNvPr id="3" name="Text Placeholder 2"/>
          <p:cNvSpPr>
            <a:spLocks noGrp="1"/>
          </p:cNvSpPr>
          <p:nvPr>
            <p:ph type="body" idx="1" hasCustomPrompt="1"/>
            <p:custDataLst>
              <p:tags r:id="rId3"/>
            </p:custDataLst>
          </p:nvPr>
        </p:nvSpPr>
        <p:spPr>
          <a:xfrm>
            <a:off x="1990800" y="4615200"/>
            <a:ext cx="7768800" cy="867600"/>
          </a:xfrm>
        </p:spPr>
        <p:txBody>
          <a:bodyPr lIns="90000" tIns="46800" rIns="90000" bIns="46800">
            <a:normAutofit/>
          </a:bodyPr>
          <a:lstStyle>
            <a:lvl1pPr marL="0" indent="0">
              <a:buNone/>
              <a:defRPr sz="1800">
                <a:solidFill>
                  <a:schemeClr val="tx1">
                    <a:lumMod val="65000"/>
                    <a:lumOff val="35000"/>
                  </a:schemeClr>
                </a:solidFill>
              </a:defRPr>
            </a:lvl1pPr>
            <a:lvl2pPr marL="457200" indent="0">
              <a:buNone/>
              <a:defRPr sz="1600">
                <a:solidFill>
                  <a:schemeClr val="tx1">
                    <a:tint val="75000"/>
                  </a:schemeClr>
                </a:solidFill>
              </a:defRPr>
            </a:lvl2pPr>
            <a:lvl3pPr marL="914400" indent="0">
              <a:buNone/>
              <a:defRPr sz="16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Click to edit text</a:t>
            </a:r>
            <a:endParaRPr lang="en-US" dirty="0"/>
          </a:p>
        </p:txBody>
      </p:sp>
      <p:sp>
        <p:nvSpPr>
          <p:cNvPr id="4" name="Date Placeholder 3"/>
          <p:cNvSpPr>
            <a:spLocks noGrp="1"/>
          </p:cNvSpPr>
          <p:nvPr>
            <p:ph type="dt" sz="half" idx="10"/>
            <p:custDataLst>
              <p:tags r:id="rId4"/>
            </p:custDataLst>
          </p:nvPr>
        </p:nvSpPr>
        <p:spPr/>
        <p:txBody>
          <a:bodyPr/>
          <a:lstStyle/>
          <a:p>
            <a:fld id="{760FBDFE-C587-4B4C-A407-44438C67B59E}" type="datetimeFigureOut">
              <a:rPr lang="en-US" smtClean="0"/>
            </a:fld>
            <a:endParaRPr lang="en-US"/>
          </a:p>
        </p:txBody>
      </p:sp>
      <p:sp>
        <p:nvSpPr>
          <p:cNvPr id="5" name="Footer Placeholder 4"/>
          <p:cNvSpPr>
            <a:spLocks noGrp="1"/>
          </p:cNvSpPr>
          <p:nvPr>
            <p:ph type="ftr" sz="quarter" idx="11"/>
            <p:custDataLst>
              <p:tags r:id="rId5"/>
            </p:custDataLst>
          </p:nvPr>
        </p:nvSpPr>
        <p:spPr/>
        <p:txBody>
          <a:bodyPr/>
          <a:lstStyle/>
          <a:p>
            <a:endParaRPr lang="en-US"/>
          </a:p>
        </p:txBody>
      </p:sp>
      <p:sp>
        <p:nvSpPr>
          <p:cNvPr id="6" name="Slide Number Placeholder 5"/>
          <p:cNvSpPr>
            <a:spLocks noGrp="1"/>
          </p:cNvSpPr>
          <p:nvPr>
            <p:ph type="sldNum" sz="quarter" idx="12"/>
            <p:custDataLst>
              <p:tags r:id="rId6"/>
            </p:custDataLst>
          </p:nvPr>
        </p:nvSpPr>
        <p:spPr/>
        <p:txBody>
          <a:bodyPr/>
          <a:lstStyle/>
          <a:p>
            <a:fld id="{49AE70B2-8BF9-45C0-BB95-33D1B9D3A854}" type="slidenum">
              <a:rPr lang="en-US" smtClean="0"/>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en-US" smtClean="0"/>
              <a:t>Click to edit Master title style</a:t>
            </a:r>
            <a:endParaRPr lang="en-US"/>
          </a:p>
        </p:txBody>
      </p:sp>
      <p:sp>
        <p:nvSpPr>
          <p:cNvPr id="3" name="Content Placeholder 2"/>
          <p:cNvSpPr>
            <a:spLocks noGrp="1"/>
          </p:cNvSpPr>
          <p:nvPr>
            <p:ph sz="half" idx="1"/>
            <p:custDataLst>
              <p:tags r:id="rId3"/>
            </p:custDataLst>
          </p:nvPr>
        </p:nvSpPr>
        <p:spPr>
          <a:xfrm>
            <a:off x="608400" y="1501200"/>
            <a:ext cx="5176800" cy="4748400"/>
          </a:xfrm>
        </p:spPr>
        <p:txBody>
          <a:bodyPr vert="horz" lIns="90000" tIns="46800" rIns="90000" bIns="46800" rtlCol="0">
            <a:normAutofit/>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half" idx="2"/>
            <p:custDataLst>
              <p:tags r:id="rId4"/>
            </p:custDataLst>
          </p:nvPr>
        </p:nvSpPr>
        <p:spPr>
          <a:xfrm>
            <a:off x="6411600" y="1501200"/>
            <a:ext cx="5176800" cy="4748400"/>
          </a:xfrm>
        </p:spPr>
        <p:txBody>
          <a:bodyPr lIns="90000" tIns="46800" rIns="90000" bIns="46800">
            <a:normAutofit/>
          </a:bodyPr>
          <a:lstStyle/>
          <a:p>
            <a:pPr lvl="0"/>
            <a:r>
              <a:rPr lang="en-US" dirty="0"/>
              <a:t>Click to edit Master text styles</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a:p>
            <a:pPr lvl="4"/>
            <a:r>
              <a:rPr lang="en-US" dirty="0"/>
              <a:t>Fifth level</a:t>
            </a:r>
            <a:endParaRPr lang="en-US" dirty="0"/>
          </a:p>
        </p:txBody>
      </p:sp>
      <p:sp>
        <p:nvSpPr>
          <p:cNvPr id="5" name="Date Placeholder 4"/>
          <p:cNvSpPr>
            <a:spLocks noGrp="1"/>
          </p:cNvSpPr>
          <p:nvPr>
            <p:ph type="dt" sz="half" idx="10"/>
            <p:custDataLst>
              <p:tags r:id="rId5"/>
            </p:custDataLst>
          </p:nvPr>
        </p:nvSpPr>
        <p:spPr/>
        <p:txBody>
          <a:bodyPr/>
          <a:lstStyle/>
          <a:p>
            <a:fld id="{760FBDFE-C587-4B4C-A407-44438C67B59E}" type="datetimeFigureOut">
              <a:rPr lang="en-US" smtClean="0"/>
            </a:fld>
            <a:endParaRPr lang="en-US"/>
          </a:p>
        </p:txBody>
      </p:sp>
      <p:sp>
        <p:nvSpPr>
          <p:cNvPr id="6" name="Footer Placeholder 5"/>
          <p:cNvSpPr>
            <a:spLocks noGrp="1"/>
          </p:cNvSpPr>
          <p:nvPr>
            <p:ph type="ftr" sz="quarter" idx="11"/>
            <p:custDataLst>
              <p:tags r:id="rId6"/>
            </p:custDataLst>
          </p:nvPr>
        </p:nvSpPr>
        <p:spPr/>
        <p:txBody>
          <a:bodyPr/>
          <a:lstStyle/>
          <a:p>
            <a:endParaRPr lang="en-US"/>
          </a:p>
        </p:txBody>
      </p:sp>
      <p:sp>
        <p:nvSpPr>
          <p:cNvPr id="7" name="Slide Number Placeholder 6"/>
          <p:cNvSpPr>
            <a:spLocks noGrp="1"/>
          </p:cNvSpPr>
          <p:nvPr>
            <p:ph type="sldNum" sz="quarter" idx="12"/>
            <p:custDataLst>
              <p:tags r:id="rId7"/>
            </p:custDataLst>
          </p:nvPr>
        </p:nvSpPr>
        <p:spPr/>
        <p:txBody>
          <a:bodyPr/>
          <a:lstStyle/>
          <a:p>
            <a:fld id="{49AE70B2-8BF9-45C0-BB95-33D1B9D3A854}"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en-US" smtClean="0"/>
              <a:t>Click to edit Master title style</a:t>
            </a:r>
            <a:endParaRPr lang="en-US"/>
          </a:p>
        </p:txBody>
      </p:sp>
      <p:sp>
        <p:nvSpPr>
          <p:cNvPr id="3" name="Text Placeholder 2"/>
          <p:cNvSpPr>
            <a:spLocks noGrp="1"/>
          </p:cNvSpPr>
          <p:nvPr>
            <p:ph type="body" idx="1" hasCustomPrompt="1"/>
            <p:custDataLst>
              <p:tags r:id="rId3"/>
            </p:custDataLst>
          </p:nvPr>
        </p:nvSpPr>
        <p:spPr>
          <a:xfrm>
            <a:off x="608400" y="1429200"/>
            <a:ext cx="5342400" cy="381600"/>
          </a:xfrm>
        </p:spPr>
        <p:txBody>
          <a:bodyPr lIns="101600" tIns="38100" rIns="76200" bIns="3810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text</a:t>
            </a:r>
            <a:endParaRPr lang="en-US" dirty="0"/>
          </a:p>
        </p:txBody>
      </p:sp>
      <p:sp>
        <p:nvSpPr>
          <p:cNvPr id="4" name="Content Placeholder 3"/>
          <p:cNvSpPr>
            <a:spLocks noGrp="1"/>
          </p:cNvSpPr>
          <p:nvPr>
            <p:ph sz="half" idx="2"/>
            <p:custDataLst>
              <p:tags r:id="rId4"/>
            </p:custDataLst>
          </p:nvPr>
        </p:nvSpPr>
        <p:spPr>
          <a:xfrm>
            <a:off x="608400" y="1854000"/>
            <a:ext cx="5342400" cy="4395600"/>
          </a:xfrm>
        </p:spPr>
        <p:txBody>
          <a:bodyPr vert="horz" lIns="101600" tIns="0" rIns="82550" bIns="0" rtlCol="0">
            <a:normAutofit/>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Text Placeholder 4"/>
          <p:cNvSpPr>
            <a:spLocks noGrp="1"/>
          </p:cNvSpPr>
          <p:nvPr>
            <p:ph type="body" sz="quarter" idx="3" hasCustomPrompt="1"/>
            <p:custDataLst>
              <p:tags r:id="rId5"/>
            </p:custDataLst>
          </p:nvPr>
        </p:nvSpPr>
        <p:spPr>
          <a:xfrm>
            <a:off x="6235750" y="1421729"/>
            <a:ext cx="5342400" cy="381600"/>
          </a:xfrm>
        </p:spPr>
        <p:txBody>
          <a:bodyPr vert="horz" lIns="101600" tIns="38100" rIns="76200" bIns="38100" rtlCol="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text</a:t>
            </a:r>
            <a:endParaRPr lang="en-US"/>
          </a:p>
        </p:txBody>
      </p:sp>
      <p:sp>
        <p:nvSpPr>
          <p:cNvPr id="6" name="Content Placeholder 5"/>
          <p:cNvSpPr>
            <a:spLocks noGrp="1"/>
          </p:cNvSpPr>
          <p:nvPr>
            <p:ph sz="quarter" idx="4"/>
            <p:custDataLst>
              <p:tags r:id="rId6"/>
            </p:custDataLst>
          </p:nvPr>
        </p:nvSpPr>
        <p:spPr>
          <a:xfrm>
            <a:off x="6235750" y="1854000"/>
            <a:ext cx="5342400" cy="4395600"/>
          </a:xfrm>
        </p:spPr>
        <p:txBody>
          <a:bodyPr vert="horz" lIns="101600" tIns="0" rIns="82550" bIns="0" rtlCol="0">
            <a:normAutofit/>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7" name="Date Placeholder 6"/>
          <p:cNvSpPr>
            <a:spLocks noGrp="1"/>
          </p:cNvSpPr>
          <p:nvPr>
            <p:ph type="dt" sz="half" idx="10"/>
            <p:custDataLst>
              <p:tags r:id="rId7"/>
            </p:custDataLst>
          </p:nvPr>
        </p:nvSpPr>
        <p:spPr/>
        <p:txBody>
          <a:bodyPr/>
          <a:lstStyle/>
          <a:p>
            <a:fld id="{760FBDFE-C587-4B4C-A407-44438C67B59E}" type="datetimeFigureOut">
              <a:rPr lang="en-US" smtClean="0"/>
            </a:fld>
            <a:endParaRPr lang="en-US"/>
          </a:p>
        </p:txBody>
      </p:sp>
      <p:sp>
        <p:nvSpPr>
          <p:cNvPr id="8" name="Footer Placeholder 7"/>
          <p:cNvSpPr>
            <a:spLocks noGrp="1"/>
          </p:cNvSpPr>
          <p:nvPr>
            <p:ph type="ftr" sz="quarter" idx="11"/>
            <p:custDataLst>
              <p:tags r:id="rId8"/>
            </p:custDataLst>
          </p:nvPr>
        </p:nvSpPr>
        <p:spPr/>
        <p:txBody>
          <a:bodyPr/>
          <a:lstStyle/>
          <a:p>
            <a:endParaRPr lang="en-US"/>
          </a:p>
        </p:txBody>
      </p:sp>
      <p:sp>
        <p:nvSpPr>
          <p:cNvPr id="9" name="Slide Number Placeholder 8"/>
          <p:cNvSpPr>
            <a:spLocks noGrp="1"/>
          </p:cNvSpPr>
          <p:nvPr>
            <p:ph type="sldNum" sz="quarter" idx="12"/>
            <p:custDataLst>
              <p:tags r:id="rId9"/>
            </p:custDataLst>
          </p:nvPr>
        </p:nvSpPr>
        <p:spPr/>
        <p:txBody>
          <a:bodyPr/>
          <a:lstStyle/>
          <a:p>
            <a:fld id="{49AE70B2-8BF9-45C0-BB95-33D1B9D3A854}" type="slidenum">
              <a:rPr lang="en-US" smtClean="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en-US" smtClean="0"/>
              <a:t>Click to edit Master title style</a:t>
            </a:r>
            <a:endParaRPr lang="en-US"/>
          </a:p>
        </p:txBody>
      </p:sp>
      <p:sp>
        <p:nvSpPr>
          <p:cNvPr id="3" name="Date Placeholder 2"/>
          <p:cNvSpPr>
            <a:spLocks noGrp="1"/>
          </p:cNvSpPr>
          <p:nvPr>
            <p:ph type="dt" sz="half" idx="10"/>
            <p:custDataLst>
              <p:tags r:id="rId3"/>
            </p:custDataLst>
          </p:nvPr>
        </p:nvSpPr>
        <p:spPr/>
        <p:txBody>
          <a:bodyPr/>
          <a:lstStyle/>
          <a:p>
            <a:fld id="{760FBDFE-C587-4B4C-A407-44438C67B59E}" type="datetimeFigureOut">
              <a:rPr lang="en-US" smtClean="0"/>
            </a:fld>
            <a:endParaRPr lang="en-US"/>
          </a:p>
        </p:txBody>
      </p:sp>
      <p:sp>
        <p:nvSpPr>
          <p:cNvPr id="4" name="Footer Placeholder 3"/>
          <p:cNvSpPr>
            <a:spLocks noGrp="1"/>
          </p:cNvSpPr>
          <p:nvPr>
            <p:ph type="ftr" sz="quarter" idx="11"/>
            <p:custDataLst>
              <p:tags r:id="rId4"/>
            </p:custDataLst>
          </p:nvPr>
        </p:nvSpPr>
        <p:spPr/>
        <p:txBody>
          <a:bodyPr/>
          <a:lstStyle/>
          <a:p>
            <a:endParaRPr lang="en-US"/>
          </a:p>
        </p:txBody>
      </p:sp>
      <p:sp>
        <p:nvSpPr>
          <p:cNvPr id="5" name="Slide Number Placeholder 4"/>
          <p:cNvSpPr>
            <a:spLocks noGrp="1"/>
          </p:cNvSpPr>
          <p:nvPr>
            <p:ph type="sldNum" sz="quarter" idx="12"/>
            <p:custDataLst>
              <p:tags r:id="rId5"/>
            </p:custDataLst>
          </p:nvPr>
        </p:nvSpPr>
        <p:spPr/>
        <p:txBody>
          <a:bodyPr/>
          <a:lstStyle/>
          <a:p>
            <a:fld id="{49AE70B2-8BF9-45C0-BB95-33D1B9D3A854}"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custDataLst>
              <p:tags r:id="rId2"/>
            </p:custDataLst>
          </p:nvPr>
        </p:nvSpPr>
        <p:spPr/>
        <p:txBody>
          <a:bodyPr/>
          <a:lstStyle/>
          <a:p>
            <a:fld id="{760FBDFE-C587-4B4C-A407-44438C67B59E}" type="datetimeFigureOut">
              <a:rPr lang="en-US" smtClean="0"/>
            </a:fld>
            <a:endParaRPr lang="en-US"/>
          </a:p>
        </p:txBody>
      </p:sp>
      <p:sp>
        <p:nvSpPr>
          <p:cNvPr id="3" name="Footer Placeholder 2"/>
          <p:cNvSpPr>
            <a:spLocks noGrp="1"/>
          </p:cNvSpPr>
          <p:nvPr>
            <p:ph type="ftr" sz="quarter" idx="11"/>
            <p:custDataLst>
              <p:tags r:id="rId3"/>
            </p:custDataLst>
          </p:nvPr>
        </p:nvSpPr>
        <p:spPr/>
        <p:txBody>
          <a:bodyPr/>
          <a:lstStyle/>
          <a:p>
            <a:endParaRPr lang="en-US"/>
          </a:p>
        </p:txBody>
      </p:sp>
      <p:sp>
        <p:nvSpPr>
          <p:cNvPr id="4" name="Slide Number Placeholder 3"/>
          <p:cNvSpPr>
            <a:spLocks noGrp="1"/>
          </p:cNvSpPr>
          <p:nvPr>
            <p:ph type="sldNum" sz="quarter" idx="12"/>
            <p:custDataLst>
              <p:tags r:id="rId4"/>
            </p:custDataLst>
          </p:nvPr>
        </p:nvSpPr>
        <p:spPr/>
        <p:txBody>
          <a:bodyPr/>
          <a:lstStyle/>
          <a:p>
            <a:fld id="{49AE70B2-8BF9-45C0-BB95-33D1B9D3A854}"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sp>
        <p:nvSpPr>
          <p:cNvPr id="3" name="Picture Placeholder 2"/>
          <p:cNvSpPr>
            <a:spLocks noGrp="1"/>
          </p:cNvSpPr>
          <p:nvPr>
            <p:ph type="pic" idx="1"/>
            <p:custDataLst>
              <p:tags r:id="rId2"/>
            </p:custDataLst>
          </p:nvPr>
        </p:nvSpPr>
        <p:spPr>
          <a:xfrm>
            <a:off x="608400" y="1555200"/>
            <a:ext cx="5233077" cy="4608000"/>
          </a:xfrm>
        </p:spPr>
        <p:txBody>
          <a:bodyPr vert="horz" lIns="90000" tIns="46800" rIns="90000" bIns="46800" rtlCol="0">
            <a:normAutofit/>
          </a:bodyPr>
          <a:lstStyle>
            <a:lvl1pPr>
              <a:buNone/>
              <a:defRPr sz="1600"/>
            </a:lvl1pPr>
          </a:lstStyle>
          <a:p>
            <a:pPr lvl="0"/>
            <a:endParaRPr lang="en-US"/>
          </a:p>
        </p:txBody>
      </p:sp>
      <p:sp>
        <p:nvSpPr>
          <p:cNvPr id="4" name="Text Placeholder 3"/>
          <p:cNvSpPr>
            <a:spLocks noGrp="1"/>
          </p:cNvSpPr>
          <p:nvPr>
            <p:ph type="body" sz="half" idx="2"/>
            <p:custDataLst>
              <p:tags r:id="rId3"/>
            </p:custDataLst>
          </p:nvPr>
        </p:nvSpPr>
        <p:spPr>
          <a:xfrm>
            <a:off x="6350400" y="1555200"/>
            <a:ext cx="5227200" cy="4608000"/>
          </a:xfrm>
        </p:spPr>
        <p:txBody>
          <a:bodyPr vert="horz" lIns="90000" tIns="46800" rIns="90000" bIns="46800" rtlCol="0">
            <a:normAutofit/>
          </a:bodyPr>
          <a:lstStyle>
            <a:lvl1pPr>
              <a:buNone/>
              <a:defRPr sz="1600"/>
            </a:lvl1pPr>
          </a:lstStyle>
          <a:p>
            <a:pPr lvl="0"/>
            <a:r>
              <a:rPr lang="en-US" smtClean="0"/>
              <a:t>Click to edit Master text styles</a:t>
            </a:r>
            <a:endParaRPr lang="en-US"/>
          </a:p>
        </p:txBody>
      </p:sp>
      <p:sp>
        <p:nvSpPr>
          <p:cNvPr id="5" name="Date Placeholder 4"/>
          <p:cNvSpPr>
            <a:spLocks noGrp="1"/>
          </p:cNvSpPr>
          <p:nvPr>
            <p:ph type="dt" sz="half" idx="10"/>
            <p:custDataLst>
              <p:tags r:id="rId4"/>
            </p:custDataLst>
          </p:nvPr>
        </p:nvSpPr>
        <p:spPr/>
        <p:txBody>
          <a:bodyPr/>
          <a:lstStyle/>
          <a:p>
            <a:fld id="{9EFD9D74-47D9-4702-A33C-335B63B48DBF}" type="datetimeFigureOut">
              <a:rPr lang="en-US" smtClean="0"/>
            </a:fld>
            <a:endParaRPr lang="en-US" dirty="0"/>
          </a:p>
        </p:txBody>
      </p:sp>
      <p:sp>
        <p:nvSpPr>
          <p:cNvPr id="6" name="Footer Placeholder 5"/>
          <p:cNvSpPr>
            <a:spLocks noGrp="1"/>
          </p:cNvSpPr>
          <p:nvPr>
            <p:ph type="ftr" sz="quarter" idx="11"/>
            <p:custDataLst>
              <p:tags r:id="rId5"/>
            </p:custDataLst>
          </p:nvPr>
        </p:nvSpPr>
        <p:spPr/>
        <p:txBody>
          <a:bodyPr/>
          <a:lstStyle/>
          <a:p>
            <a:endParaRPr lang="en-US" dirty="0"/>
          </a:p>
        </p:txBody>
      </p:sp>
      <p:sp>
        <p:nvSpPr>
          <p:cNvPr id="7" name="Slide Number Placeholder 6"/>
          <p:cNvSpPr>
            <a:spLocks noGrp="1"/>
          </p:cNvSpPr>
          <p:nvPr>
            <p:ph type="sldNum" sz="quarter" idx="12"/>
            <p:custDataLst>
              <p:tags r:id="rId6"/>
            </p:custDataLst>
          </p:nvPr>
        </p:nvSpPr>
        <p:spPr/>
        <p:txBody>
          <a:bodyPr/>
          <a:lstStyle/>
          <a:p>
            <a:fld id="{FABC47A4-756D-490B-A52F-7D9E2C9FC05F}" type="slidenum">
              <a:rPr lang="en-US" smtClean="0"/>
            </a:fld>
            <a:endParaRPr lang="en-US"/>
          </a:p>
        </p:txBody>
      </p:sp>
      <p:sp>
        <p:nvSpPr>
          <p:cNvPr id="9" name="Title 8"/>
          <p:cNvSpPr>
            <a:spLocks noGrp="1"/>
          </p:cNvSpPr>
          <p:nvPr>
            <p:ph type="title"/>
            <p:custDataLst>
              <p:tags r:id="rId7"/>
            </p:custDataLst>
          </p:nvPr>
        </p:nvSpPr>
        <p:spPr/>
        <p:txBody>
          <a:bodyPr/>
          <a:p>
            <a:r>
              <a:rPr lang="en-US"/>
              <a:t>Click to edit Master title style</a:t>
            </a:r>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hasCustomPrompt="1"/>
            <p:custDataLst>
              <p:tags r:id="rId2"/>
            </p:custDataLst>
          </p:nvPr>
        </p:nvSpPr>
        <p:spPr>
          <a:xfrm>
            <a:off x="10234800" y="914400"/>
            <a:ext cx="1044000" cy="5029200"/>
          </a:xfrm>
        </p:spPr>
        <p:txBody>
          <a:bodyPr vert="eaVert" lIns="90000" tIns="46800" rIns="90000" bIns="46800" rtlCol="0" anchor="ctr" anchorCtr="0">
            <a:normAutofit/>
          </a:bodyPr>
          <a:lstStyle>
            <a:lvl1pPr>
              <a:buNone/>
              <a:defRPr sz="2800"/>
            </a:lvl1pPr>
          </a:lstStyle>
          <a:p>
            <a:pPr lvl="0"/>
            <a:r>
              <a:rPr lang="en-US" smtClean="0"/>
              <a:t>Click to edit title</a:t>
            </a:r>
            <a:endParaRPr lang="en-US"/>
          </a:p>
        </p:txBody>
      </p:sp>
      <p:sp>
        <p:nvSpPr>
          <p:cNvPr id="3" name="Vertical Text Placeholder 2"/>
          <p:cNvSpPr>
            <a:spLocks noGrp="1"/>
          </p:cNvSpPr>
          <p:nvPr>
            <p:ph type="body" orient="vert" idx="1"/>
            <p:custDataLst>
              <p:tags r:id="rId3"/>
            </p:custDataLst>
          </p:nvPr>
        </p:nvSpPr>
        <p:spPr>
          <a:xfrm>
            <a:off x="914400" y="914400"/>
            <a:ext cx="9169200" cy="5029200"/>
          </a:xfrm>
        </p:spPr>
        <p:txBody>
          <a:bodyPr vert="eaVert" lIns="46800" tIns="46800" rIns="46800" bIns="46800"/>
          <a:lstStyle>
            <a:lvl1pPr marL="228600" indent="-228600">
              <a:spcAft>
                <a:spcPts val="1000"/>
              </a:spcAft>
              <a:defRPr spc="300"/>
            </a:lvl1pPr>
            <a:lvl2pPr marL="685800" indent="-228600">
              <a:defRPr spc="300"/>
            </a:lvl2pPr>
            <a:lvl3pPr marL="1143000" indent="-228600">
              <a:defRPr spc="300"/>
            </a:lvl3pPr>
            <a:lvl4pPr marL="1600200" indent="-228600">
              <a:defRPr spc="300"/>
            </a:lvl4pPr>
            <a:lvl5pPr marL="2057400" indent="-228600">
              <a:defRPr spc="300"/>
            </a:lvl5pPr>
          </a:lstStyle>
          <a:p>
            <a:pPr lvl="0"/>
            <a:r>
              <a:rPr lang="en-US" dirty="0"/>
              <a:t>Click to edit Master text styles</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a:p>
            <a:pPr lvl="4"/>
            <a:r>
              <a:rPr lang="en-US" dirty="0"/>
              <a:t>Fifth level</a:t>
            </a:r>
            <a:endParaRPr lang="en-US" dirty="0"/>
          </a:p>
        </p:txBody>
      </p:sp>
      <p:sp>
        <p:nvSpPr>
          <p:cNvPr id="4" name="Date Placeholder 3"/>
          <p:cNvSpPr>
            <a:spLocks noGrp="1"/>
          </p:cNvSpPr>
          <p:nvPr>
            <p:ph type="dt" sz="half" idx="10"/>
            <p:custDataLst>
              <p:tags r:id="rId4"/>
            </p:custDataLst>
          </p:nvPr>
        </p:nvSpPr>
        <p:spPr/>
        <p:txBody>
          <a:bodyPr/>
          <a:lstStyle/>
          <a:p>
            <a:fld id="{760FBDFE-C587-4B4C-A407-44438C67B59E}" type="datetimeFigureOut">
              <a:rPr lang="en-US" smtClean="0"/>
            </a:fld>
            <a:endParaRPr lang="en-US"/>
          </a:p>
        </p:txBody>
      </p:sp>
      <p:sp>
        <p:nvSpPr>
          <p:cNvPr id="5" name="Footer Placeholder 4"/>
          <p:cNvSpPr>
            <a:spLocks noGrp="1"/>
          </p:cNvSpPr>
          <p:nvPr>
            <p:ph type="ftr" sz="quarter" idx="11"/>
            <p:custDataLst>
              <p:tags r:id="rId5"/>
            </p:custDataLst>
          </p:nvPr>
        </p:nvSpPr>
        <p:spPr/>
        <p:txBody>
          <a:bodyPr/>
          <a:lstStyle/>
          <a:p>
            <a:endParaRPr lang="en-US"/>
          </a:p>
        </p:txBody>
      </p:sp>
      <p:sp>
        <p:nvSpPr>
          <p:cNvPr id="6" name="Slide Number Placeholder 5"/>
          <p:cNvSpPr>
            <a:spLocks noGrp="1"/>
          </p:cNvSpPr>
          <p:nvPr>
            <p:ph type="sldNum" sz="quarter" idx="12"/>
            <p:custDataLst>
              <p:tags r:id="rId6"/>
            </p:custDataLst>
          </p:nvPr>
        </p:nvSpPr>
        <p:spPr/>
        <p:txBody>
          <a:bodyPr/>
          <a:lstStyle/>
          <a:p>
            <a:fld id="{49AE70B2-8BF9-45C0-BB95-33D1B9D3A854}" type="slidenum">
              <a:rPr lang="en-US" smtClean="0"/>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Content">
    <p:spTree>
      <p:nvGrpSpPr>
        <p:cNvPr id="1" name=""/>
        <p:cNvGrpSpPr/>
        <p:nvPr/>
      </p:nvGrpSpPr>
      <p:grpSpPr>
        <a:xfrm>
          <a:off x="0" y="0"/>
          <a:ext cx="0" cy="0"/>
          <a:chOff x="0" y="0"/>
          <a:chExt cx="0" cy="0"/>
        </a:xfrm>
      </p:grpSpPr>
      <p:sp>
        <p:nvSpPr>
          <p:cNvPr id="3" name="Date Placeholder 2"/>
          <p:cNvSpPr>
            <a:spLocks noGrp="1"/>
          </p:cNvSpPr>
          <p:nvPr>
            <p:ph type="dt" sz="half" idx="10"/>
            <p:custDataLst>
              <p:tags r:id="rId2"/>
            </p:custDataLst>
          </p:nvPr>
        </p:nvSpPr>
        <p:spPr/>
        <p:txBody>
          <a:bodyPr/>
          <a:lstStyle/>
          <a:p>
            <a:fld id="{760FBDFE-C587-4B4C-A407-44438C67B59E}" type="datetimeFigureOut">
              <a:rPr lang="en-US" smtClean="0"/>
            </a:fld>
            <a:endParaRPr lang="en-US"/>
          </a:p>
        </p:txBody>
      </p:sp>
      <p:sp>
        <p:nvSpPr>
          <p:cNvPr id="4" name="Footer Placeholder 3"/>
          <p:cNvSpPr>
            <a:spLocks noGrp="1"/>
          </p:cNvSpPr>
          <p:nvPr>
            <p:ph type="ftr" sz="quarter" idx="11"/>
            <p:custDataLst>
              <p:tags r:id="rId3"/>
            </p:custDataLst>
          </p:nvPr>
        </p:nvSpPr>
        <p:spPr/>
        <p:txBody>
          <a:bodyPr/>
          <a:lstStyle/>
          <a:p>
            <a:endParaRPr lang="en-US"/>
          </a:p>
        </p:txBody>
      </p:sp>
      <p:sp>
        <p:nvSpPr>
          <p:cNvPr id="5" name="Slide Number Placeholder 4"/>
          <p:cNvSpPr>
            <a:spLocks noGrp="1"/>
          </p:cNvSpPr>
          <p:nvPr>
            <p:ph type="sldNum" sz="quarter" idx="12"/>
            <p:custDataLst>
              <p:tags r:id="rId4"/>
            </p:custDataLst>
          </p:nvPr>
        </p:nvSpPr>
        <p:spPr/>
        <p:txBody>
          <a:bodyPr/>
          <a:lstStyle/>
          <a:p>
            <a:fld id="{49AE70B2-8BF9-45C0-BB95-33D1B9D3A854}" type="slidenum">
              <a:rPr lang="en-US" smtClean="0"/>
            </a:fld>
            <a:endParaRPr lang="en-US"/>
          </a:p>
        </p:txBody>
      </p:sp>
      <p:sp>
        <p:nvSpPr>
          <p:cNvPr id="7" name="Content Placeholder 6"/>
          <p:cNvSpPr>
            <a:spLocks noGrp="1"/>
          </p:cNvSpPr>
          <p:nvPr>
            <p:ph sz="quarter" idx="13"/>
            <p:custDataLst>
              <p:tags r:id="rId5"/>
            </p:custDataLst>
          </p:nvPr>
        </p:nvSpPr>
        <p:spPr>
          <a:xfrm>
            <a:off x="608400" y="774000"/>
            <a:ext cx="10972800" cy="5482800"/>
          </a:xfrm>
        </p:spPr>
        <p:txBody>
          <a:bodyPr/>
          <a:lstStyle/>
          <a:p>
            <a:pPr lvl="0"/>
            <a:r>
              <a:rPr lang="en-US" dirty="0"/>
              <a:t>Click to edit Master text styles</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a:p>
            <a:pPr lvl="4"/>
            <a:r>
              <a:rPr lang="en-US" dirty="0"/>
              <a:t>Fifth level</a:t>
            </a:r>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Last Slide">
    <p:spTree>
      <p:nvGrpSpPr>
        <p:cNvPr id="1" name=""/>
        <p:cNvGrpSpPr/>
        <p:nvPr/>
      </p:nvGrpSpPr>
      <p:grpSpPr>
        <a:xfrm>
          <a:off x="0" y="0"/>
          <a:ext cx="0" cy="0"/>
          <a:chOff x="0" y="0"/>
          <a:chExt cx="0" cy="0"/>
        </a:xfrm>
      </p:grpSpPr>
      <p:sp>
        <p:nvSpPr>
          <p:cNvPr id="3" name="Date Placeholder 2"/>
          <p:cNvSpPr>
            <a:spLocks noGrp="1"/>
          </p:cNvSpPr>
          <p:nvPr>
            <p:ph type="dt" sz="half" idx="10"/>
            <p:custDataLst>
              <p:tags r:id="rId2"/>
            </p:custDataLst>
          </p:nvPr>
        </p:nvSpPr>
        <p:spPr/>
        <p:txBody>
          <a:bodyPr/>
          <a:lstStyle/>
          <a:p>
            <a:fld id="{760FBDFE-C587-4B4C-A407-44438C67B59E}" type="datetimeFigureOut">
              <a:rPr lang="en-US" smtClean="0"/>
            </a:fld>
            <a:endParaRPr lang="en-US"/>
          </a:p>
        </p:txBody>
      </p:sp>
      <p:sp>
        <p:nvSpPr>
          <p:cNvPr id="4" name="Footer Placeholder 3"/>
          <p:cNvSpPr>
            <a:spLocks noGrp="1"/>
          </p:cNvSpPr>
          <p:nvPr>
            <p:ph type="ftr" sz="quarter" idx="11"/>
            <p:custDataLst>
              <p:tags r:id="rId3"/>
            </p:custDataLst>
          </p:nvPr>
        </p:nvSpPr>
        <p:spPr/>
        <p:txBody>
          <a:bodyPr/>
          <a:lstStyle/>
          <a:p>
            <a:endParaRPr lang="en-US"/>
          </a:p>
        </p:txBody>
      </p:sp>
      <p:sp>
        <p:nvSpPr>
          <p:cNvPr id="5" name="Slide Number Placeholder 4"/>
          <p:cNvSpPr>
            <a:spLocks noGrp="1"/>
          </p:cNvSpPr>
          <p:nvPr>
            <p:ph type="sldNum" sz="quarter" idx="12"/>
            <p:custDataLst>
              <p:tags r:id="rId4"/>
            </p:custDataLst>
          </p:nvPr>
        </p:nvSpPr>
        <p:spPr/>
        <p:txBody>
          <a:bodyPr/>
          <a:lstStyle/>
          <a:p>
            <a:fld id="{49AE70B2-8BF9-45C0-BB95-33D1B9D3A854}" type="slidenum">
              <a:rPr lang="en-US" smtClean="0"/>
            </a:fld>
            <a:endParaRPr lang="en-US"/>
          </a:p>
        </p:txBody>
      </p:sp>
      <p:sp>
        <p:nvSpPr>
          <p:cNvPr id="2" name="Title 1"/>
          <p:cNvSpPr>
            <a:spLocks noGrp="1"/>
          </p:cNvSpPr>
          <p:nvPr>
            <p:ph type="title" hasCustomPrompt="1"/>
            <p:custDataLst>
              <p:tags r:id="rId5"/>
            </p:custDataLst>
          </p:nvPr>
        </p:nvSpPr>
        <p:spPr>
          <a:xfrm>
            <a:off x="1198800" y="2484000"/>
            <a:ext cx="9799200" cy="1018800"/>
          </a:xfrm>
        </p:spPr>
        <p:txBody>
          <a:bodyPr vert="horz" lIns="90000" tIns="46800" rIns="90000" bIns="46800" rtlCol="0" anchor="t" anchorCtr="0">
            <a:normAutofit/>
          </a:bodyPr>
          <a:lstStyle>
            <a:lvl1pPr algn="ctr">
              <a:defRPr sz="6000"/>
            </a:lvl1pPr>
          </a:lstStyle>
          <a:p>
            <a:pPr lvl="0"/>
            <a:r>
              <a:rPr lang="en-US" smtClean="0"/>
              <a:t>Click to edit title</a:t>
            </a:r>
            <a:endParaRPr lang="en-US"/>
          </a:p>
        </p:txBody>
      </p:sp>
      <p:sp>
        <p:nvSpPr>
          <p:cNvPr id="7" name="Text Placeholder 6"/>
          <p:cNvSpPr>
            <a:spLocks noGrp="1"/>
          </p:cNvSpPr>
          <p:nvPr>
            <p:ph type="body" sz="quarter" idx="13"/>
            <p:custDataLst>
              <p:tags r:id="rId6"/>
            </p:custDataLst>
          </p:nvPr>
        </p:nvSpPr>
        <p:spPr>
          <a:xfrm>
            <a:off x="1198800" y="3560400"/>
            <a:ext cx="9799200" cy="471600"/>
          </a:xfrm>
        </p:spPr>
        <p:txBody>
          <a:bodyPr lIns="90000" tIns="46800" rIns="90000" bIns="46800">
            <a:normAutofit/>
          </a:bodyPr>
          <a:lstStyle>
            <a:lvl1pPr algn="ctr">
              <a:lnSpc>
                <a:spcPct val="110000"/>
              </a:lnSpc>
              <a:buNone/>
              <a:defRPr sz="2400" spc="200"/>
            </a:lvl1pPr>
          </a:lstStyle>
          <a:p>
            <a:pPr lvl="0"/>
            <a:r>
              <a:rPr lang="en-US" dirty="0"/>
              <a:t>Click to edit Master text styles</a:t>
            </a:r>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custDataLst>
              <p:tags r:id="rId2"/>
            </p:custDataLst>
          </p:nvPr>
        </p:nvSpPr>
        <p:spPr>
          <a:xfrm>
            <a:off x="1198800" y="914400"/>
            <a:ext cx="9799200" cy="2570400"/>
          </a:xfrm>
        </p:spPr>
        <p:txBody>
          <a:bodyPr lIns="90000" tIns="46800" rIns="90000" bIns="46800" anchor="b" anchorCtr="0">
            <a:normAutofit/>
          </a:bodyPr>
          <a:lstStyle>
            <a:lvl1pPr algn="ctr">
              <a:defRPr sz="6000"/>
            </a:lvl1pPr>
          </a:lstStyle>
          <a:p>
            <a:r>
              <a:rPr lang="en-US" dirty="0"/>
              <a:t>Click to edit Master title style</a:t>
            </a:r>
            <a:endParaRPr lang="en-US" dirty="0"/>
          </a:p>
        </p:txBody>
      </p:sp>
      <p:sp>
        <p:nvSpPr>
          <p:cNvPr id="3" name="Subtitle 2"/>
          <p:cNvSpPr>
            <a:spLocks noGrp="1"/>
          </p:cNvSpPr>
          <p:nvPr>
            <p:ph type="subTitle" idx="1"/>
            <p:custDataLst>
              <p:tags r:id="rId3"/>
            </p:custDataLst>
          </p:nvPr>
        </p:nvSpPr>
        <p:spPr>
          <a:xfrm>
            <a:off x="1198800" y="3560400"/>
            <a:ext cx="9799200" cy="1472400"/>
          </a:xfrm>
        </p:spPr>
        <p:txBody>
          <a:bodyPr lIns="90000" tIns="46800" rIns="90000" bIns="46800">
            <a:normAutofit/>
          </a:bodyPr>
          <a:lstStyle>
            <a:lvl1pPr marL="0" indent="0" algn="ctr">
              <a:lnSpc>
                <a:spcPct val="110000"/>
              </a:lnSpc>
              <a:buNone/>
              <a:defRPr sz="2400" spc="2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endParaRPr lang="en-US" dirty="0"/>
          </a:p>
        </p:txBody>
      </p:sp>
      <p:sp>
        <p:nvSpPr>
          <p:cNvPr id="16" name="Date Placeholder 15"/>
          <p:cNvSpPr>
            <a:spLocks noGrp="1"/>
          </p:cNvSpPr>
          <p:nvPr>
            <p:ph type="dt" sz="half" idx="10"/>
            <p:custDataLst>
              <p:tags r:id="rId4"/>
            </p:custDataLst>
          </p:nvPr>
        </p:nvSpPr>
        <p:spPr/>
        <p:txBody>
          <a:bodyPr/>
          <a:lstStyle/>
          <a:p>
            <a:fld id="{760FBDFE-C587-4B4C-A407-44438C67B59E}" type="datetimeFigureOut">
              <a:rPr lang="en-US" smtClean="0"/>
            </a:fld>
            <a:endParaRPr lang="en-US"/>
          </a:p>
        </p:txBody>
      </p:sp>
      <p:sp>
        <p:nvSpPr>
          <p:cNvPr id="17" name="Footer Placeholder 16"/>
          <p:cNvSpPr>
            <a:spLocks noGrp="1"/>
          </p:cNvSpPr>
          <p:nvPr>
            <p:ph type="ftr" sz="quarter" idx="11"/>
            <p:custDataLst>
              <p:tags r:id="rId5"/>
            </p:custDataLst>
          </p:nvPr>
        </p:nvSpPr>
        <p:spPr/>
        <p:txBody>
          <a:bodyPr/>
          <a:lstStyle/>
          <a:p>
            <a:endParaRPr lang="en-US" dirty="0"/>
          </a:p>
        </p:txBody>
      </p:sp>
      <p:sp>
        <p:nvSpPr>
          <p:cNvPr id="18" name="Slide Number Placeholder 17"/>
          <p:cNvSpPr>
            <a:spLocks noGrp="1"/>
          </p:cNvSpPr>
          <p:nvPr>
            <p:ph type="sldNum" sz="quarter" idx="12"/>
            <p:custDataLst>
              <p:tags r:id="rId6"/>
            </p:custDataLst>
          </p:nvPr>
        </p:nvSpPr>
        <p:spPr/>
        <p:txBody>
          <a:bodyPr/>
          <a:lstStyle/>
          <a:p>
            <a:fld id="{49AE70B2-8BF9-45C0-BB95-33D1B9D3A854}" type="slidenum">
              <a:rPr lang="en-US" smtClean="0"/>
            </a:fld>
            <a:endParaRPr 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en-US" smtClean="0"/>
              <a:t>Click to edit Master title style</a:t>
            </a:r>
            <a:endParaRPr lang="en-US"/>
          </a:p>
        </p:txBody>
      </p:sp>
      <p:sp>
        <p:nvSpPr>
          <p:cNvPr id="3" name="Content Placeholder 2"/>
          <p:cNvSpPr>
            <a:spLocks noGrp="1"/>
          </p:cNvSpPr>
          <p:nvPr>
            <p:ph idx="1"/>
            <p:custDataLst>
              <p:tags r:id="rId3"/>
            </p:custDataLst>
          </p:nvPr>
        </p:nvSpPr>
        <p:spPr>
          <a:xfrm>
            <a:off x="608400" y="1490400"/>
            <a:ext cx="10969200" cy="4759200"/>
          </a:xfrm>
        </p:spPr>
        <p:txBody>
          <a:bodyPr vert="horz" lIns="90000" tIns="46800" rIns="90000" bIns="46800" rtlCol="0">
            <a:normAutofit/>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custDataLst>
              <p:tags r:id="rId4"/>
            </p:custDataLst>
          </p:nvPr>
        </p:nvSpPr>
        <p:spPr/>
        <p:txBody>
          <a:bodyPr/>
          <a:lstStyle/>
          <a:p>
            <a:fld id="{760FBDFE-C587-4B4C-A407-44438C67B59E}" type="datetimeFigureOut">
              <a:rPr lang="en-US" smtClean="0"/>
            </a:fld>
            <a:endParaRPr lang="en-US"/>
          </a:p>
        </p:txBody>
      </p:sp>
      <p:sp>
        <p:nvSpPr>
          <p:cNvPr id="5" name="Footer Placeholder 4"/>
          <p:cNvSpPr>
            <a:spLocks noGrp="1"/>
          </p:cNvSpPr>
          <p:nvPr>
            <p:ph type="ftr" sz="quarter" idx="11"/>
            <p:custDataLst>
              <p:tags r:id="rId5"/>
            </p:custDataLst>
          </p:nvPr>
        </p:nvSpPr>
        <p:spPr/>
        <p:txBody>
          <a:bodyPr/>
          <a:lstStyle/>
          <a:p>
            <a:endParaRPr lang="en-US"/>
          </a:p>
        </p:txBody>
      </p:sp>
      <p:sp>
        <p:nvSpPr>
          <p:cNvPr id="6" name="Slide Number Placeholder 5"/>
          <p:cNvSpPr>
            <a:spLocks noGrp="1"/>
          </p:cNvSpPr>
          <p:nvPr>
            <p:ph type="sldNum" sz="quarter" idx="12"/>
            <p:custDataLst>
              <p:tags r:id="rId6"/>
            </p:custDataLst>
          </p:nvPr>
        </p:nvSpPr>
        <p:spPr/>
        <p:txBody>
          <a:bodyPr/>
          <a:lstStyle/>
          <a:p>
            <a:fld id="{49AE70B2-8BF9-45C0-BB95-33D1B9D3A854}" type="slidenum">
              <a:rPr lang="en-US" smtClean="0"/>
            </a:fld>
            <a:endParaRPr 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hasCustomPrompt="1"/>
            <p:custDataLst>
              <p:tags r:id="rId2"/>
            </p:custDataLst>
          </p:nvPr>
        </p:nvSpPr>
        <p:spPr>
          <a:xfrm>
            <a:off x="1990800" y="3848400"/>
            <a:ext cx="7768800" cy="766800"/>
          </a:xfrm>
        </p:spPr>
        <p:txBody>
          <a:bodyPr lIns="90000" tIns="46800" rIns="90000" bIns="46800" anchor="b" anchorCtr="0">
            <a:normAutofit/>
          </a:bodyPr>
          <a:lstStyle>
            <a:lvl1pPr>
              <a:defRPr sz="4400"/>
            </a:lvl1pPr>
          </a:lstStyle>
          <a:p>
            <a:r>
              <a:rPr lang="en-US" dirty="0"/>
              <a:t>Click to edit title</a:t>
            </a:r>
            <a:endParaRPr lang="en-US" dirty="0"/>
          </a:p>
        </p:txBody>
      </p:sp>
      <p:sp>
        <p:nvSpPr>
          <p:cNvPr id="3" name="Text Placeholder 2"/>
          <p:cNvSpPr>
            <a:spLocks noGrp="1"/>
          </p:cNvSpPr>
          <p:nvPr>
            <p:ph type="body" idx="1" hasCustomPrompt="1"/>
            <p:custDataLst>
              <p:tags r:id="rId3"/>
            </p:custDataLst>
          </p:nvPr>
        </p:nvSpPr>
        <p:spPr>
          <a:xfrm>
            <a:off x="1990800" y="4615200"/>
            <a:ext cx="7768800" cy="867600"/>
          </a:xfrm>
        </p:spPr>
        <p:txBody>
          <a:bodyPr lIns="90000" tIns="46800" rIns="90000" bIns="46800">
            <a:normAutofit/>
          </a:bodyPr>
          <a:lstStyle>
            <a:lvl1pPr marL="0" indent="0">
              <a:buNone/>
              <a:defRPr sz="1800">
                <a:solidFill>
                  <a:schemeClr val="tx1">
                    <a:lumMod val="65000"/>
                    <a:lumOff val="35000"/>
                  </a:schemeClr>
                </a:solidFill>
              </a:defRPr>
            </a:lvl1pPr>
            <a:lvl2pPr marL="457200" indent="0">
              <a:buNone/>
              <a:defRPr sz="1600">
                <a:solidFill>
                  <a:schemeClr val="tx1">
                    <a:tint val="75000"/>
                  </a:schemeClr>
                </a:solidFill>
              </a:defRPr>
            </a:lvl2pPr>
            <a:lvl3pPr marL="914400" indent="0">
              <a:buNone/>
              <a:defRPr sz="16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Click to edit text</a:t>
            </a:r>
            <a:endParaRPr lang="en-US" dirty="0"/>
          </a:p>
        </p:txBody>
      </p:sp>
      <p:sp>
        <p:nvSpPr>
          <p:cNvPr id="4" name="Date Placeholder 3"/>
          <p:cNvSpPr>
            <a:spLocks noGrp="1"/>
          </p:cNvSpPr>
          <p:nvPr>
            <p:ph type="dt" sz="half" idx="10"/>
            <p:custDataLst>
              <p:tags r:id="rId4"/>
            </p:custDataLst>
          </p:nvPr>
        </p:nvSpPr>
        <p:spPr/>
        <p:txBody>
          <a:bodyPr/>
          <a:lstStyle/>
          <a:p>
            <a:fld id="{760FBDFE-C587-4B4C-A407-44438C67B59E}" type="datetimeFigureOut">
              <a:rPr lang="en-US" smtClean="0"/>
            </a:fld>
            <a:endParaRPr lang="en-US"/>
          </a:p>
        </p:txBody>
      </p:sp>
      <p:sp>
        <p:nvSpPr>
          <p:cNvPr id="5" name="Footer Placeholder 4"/>
          <p:cNvSpPr>
            <a:spLocks noGrp="1"/>
          </p:cNvSpPr>
          <p:nvPr>
            <p:ph type="ftr" sz="quarter" idx="11"/>
            <p:custDataLst>
              <p:tags r:id="rId5"/>
            </p:custDataLst>
          </p:nvPr>
        </p:nvSpPr>
        <p:spPr/>
        <p:txBody>
          <a:bodyPr/>
          <a:lstStyle/>
          <a:p>
            <a:endParaRPr lang="en-US"/>
          </a:p>
        </p:txBody>
      </p:sp>
      <p:sp>
        <p:nvSpPr>
          <p:cNvPr id="6" name="Slide Number Placeholder 5"/>
          <p:cNvSpPr>
            <a:spLocks noGrp="1"/>
          </p:cNvSpPr>
          <p:nvPr>
            <p:ph type="sldNum" sz="quarter" idx="12"/>
            <p:custDataLst>
              <p:tags r:id="rId6"/>
            </p:custDataLst>
          </p:nvPr>
        </p:nvSpPr>
        <p:spPr/>
        <p:txBody>
          <a:bodyPr/>
          <a:lstStyle/>
          <a:p>
            <a:fld id="{49AE70B2-8BF9-45C0-BB95-33D1B9D3A854}" type="slidenum">
              <a:rPr lang="en-US" smtClean="0"/>
            </a:fld>
            <a:endParaRPr 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en-US" smtClean="0"/>
              <a:t>Click to edit Master title style</a:t>
            </a:r>
            <a:endParaRPr lang="en-US"/>
          </a:p>
        </p:txBody>
      </p:sp>
      <p:sp>
        <p:nvSpPr>
          <p:cNvPr id="3" name="Content Placeholder 2"/>
          <p:cNvSpPr>
            <a:spLocks noGrp="1"/>
          </p:cNvSpPr>
          <p:nvPr>
            <p:ph sz="half" idx="1"/>
            <p:custDataLst>
              <p:tags r:id="rId3"/>
            </p:custDataLst>
          </p:nvPr>
        </p:nvSpPr>
        <p:spPr>
          <a:xfrm>
            <a:off x="608400" y="1501200"/>
            <a:ext cx="5176800" cy="4748400"/>
          </a:xfrm>
        </p:spPr>
        <p:txBody>
          <a:bodyPr vert="horz" lIns="90000" tIns="46800" rIns="90000" bIns="46800" rtlCol="0">
            <a:normAutofit/>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half" idx="2"/>
            <p:custDataLst>
              <p:tags r:id="rId4"/>
            </p:custDataLst>
          </p:nvPr>
        </p:nvSpPr>
        <p:spPr>
          <a:xfrm>
            <a:off x="6411600" y="1501200"/>
            <a:ext cx="5176800" cy="4748400"/>
          </a:xfrm>
        </p:spPr>
        <p:txBody>
          <a:bodyPr lIns="90000" tIns="46800" rIns="90000" bIns="46800">
            <a:normAutofit/>
          </a:bodyPr>
          <a:lstStyle/>
          <a:p>
            <a:pPr lvl="0"/>
            <a:r>
              <a:rPr lang="en-US" dirty="0"/>
              <a:t>Click to edit Master text styles</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a:p>
            <a:pPr lvl="4"/>
            <a:r>
              <a:rPr lang="en-US" dirty="0"/>
              <a:t>Fifth level</a:t>
            </a:r>
            <a:endParaRPr lang="en-US" dirty="0"/>
          </a:p>
        </p:txBody>
      </p:sp>
      <p:sp>
        <p:nvSpPr>
          <p:cNvPr id="5" name="Date Placeholder 4"/>
          <p:cNvSpPr>
            <a:spLocks noGrp="1"/>
          </p:cNvSpPr>
          <p:nvPr>
            <p:ph type="dt" sz="half" idx="10"/>
            <p:custDataLst>
              <p:tags r:id="rId5"/>
            </p:custDataLst>
          </p:nvPr>
        </p:nvSpPr>
        <p:spPr/>
        <p:txBody>
          <a:bodyPr/>
          <a:lstStyle/>
          <a:p>
            <a:fld id="{760FBDFE-C587-4B4C-A407-44438C67B59E}" type="datetimeFigureOut">
              <a:rPr lang="en-US" smtClean="0"/>
            </a:fld>
            <a:endParaRPr lang="en-US"/>
          </a:p>
        </p:txBody>
      </p:sp>
      <p:sp>
        <p:nvSpPr>
          <p:cNvPr id="6" name="Footer Placeholder 5"/>
          <p:cNvSpPr>
            <a:spLocks noGrp="1"/>
          </p:cNvSpPr>
          <p:nvPr>
            <p:ph type="ftr" sz="quarter" idx="11"/>
            <p:custDataLst>
              <p:tags r:id="rId6"/>
            </p:custDataLst>
          </p:nvPr>
        </p:nvSpPr>
        <p:spPr/>
        <p:txBody>
          <a:bodyPr/>
          <a:lstStyle/>
          <a:p>
            <a:endParaRPr lang="en-US"/>
          </a:p>
        </p:txBody>
      </p:sp>
      <p:sp>
        <p:nvSpPr>
          <p:cNvPr id="7" name="Slide Number Placeholder 6"/>
          <p:cNvSpPr>
            <a:spLocks noGrp="1"/>
          </p:cNvSpPr>
          <p:nvPr>
            <p:ph type="sldNum" sz="quarter" idx="12"/>
            <p:custDataLst>
              <p:tags r:id="rId7"/>
            </p:custDataLst>
          </p:nvPr>
        </p:nvSpPr>
        <p:spPr/>
        <p:txBody>
          <a:bodyPr/>
          <a:lstStyle/>
          <a:p>
            <a:fld id="{49AE70B2-8BF9-45C0-BB95-33D1B9D3A854}" type="slidenum">
              <a:rPr lang="en-US" smtClean="0"/>
            </a:fld>
            <a:endParaRPr 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en-US" smtClean="0"/>
              <a:t>Click to edit Master title style</a:t>
            </a:r>
            <a:endParaRPr lang="en-US"/>
          </a:p>
        </p:txBody>
      </p:sp>
      <p:sp>
        <p:nvSpPr>
          <p:cNvPr id="3" name="Text Placeholder 2"/>
          <p:cNvSpPr>
            <a:spLocks noGrp="1"/>
          </p:cNvSpPr>
          <p:nvPr>
            <p:ph type="body" idx="1" hasCustomPrompt="1"/>
            <p:custDataLst>
              <p:tags r:id="rId3"/>
            </p:custDataLst>
          </p:nvPr>
        </p:nvSpPr>
        <p:spPr>
          <a:xfrm>
            <a:off x="608400" y="1429200"/>
            <a:ext cx="5342400" cy="381600"/>
          </a:xfrm>
        </p:spPr>
        <p:txBody>
          <a:bodyPr lIns="101600" tIns="38100" rIns="76200" bIns="3810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text</a:t>
            </a:r>
            <a:endParaRPr lang="en-US" dirty="0"/>
          </a:p>
        </p:txBody>
      </p:sp>
      <p:sp>
        <p:nvSpPr>
          <p:cNvPr id="4" name="Content Placeholder 3"/>
          <p:cNvSpPr>
            <a:spLocks noGrp="1"/>
          </p:cNvSpPr>
          <p:nvPr>
            <p:ph sz="half" idx="2"/>
            <p:custDataLst>
              <p:tags r:id="rId4"/>
            </p:custDataLst>
          </p:nvPr>
        </p:nvSpPr>
        <p:spPr>
          <a:xfrm>
            <a:off x="608400" y="1854000"/>
            <a:ext cx="5342400" cy="4395600"/>
          </a:xfrm>
        </p:spPr>
        <p:txBody>
          <a:bodyPr vert="horz" lIns="101600" tIns="0" rIns="82550" bIns="0" rtlCol="0">
            <a:normAutofit/>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Text Placeholder 4"/>
          <p:cNvSpPr>
            <a:spLocks noGrp="1"/>
          </p:cNvSpPr>
          <p:nvPr>
            <p:ph type="body" sz="quarter" idx="3" hasCustomPrompt="1"/>
            <p:custDataLst>
              <p:tags r:id="rId5"/>
            </p:custDataLst>
          </p:nvPr>
        </p:nvSpPr>
        <p:spPr>
          <a:xfrm>
            <a:off x="6235750" y="1421729"/>
            <a:ext cx="5342400" cy="381600"/>
          </a:xfrm>
        </p:spPr>
        <p:txBody>
          <a:bodyPr vert="horz" lIns="101600" tIns="38100" rIns="76200" bIns="38100" rtlCol="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text</a:t>
            </a:r>
            <a:endParaRPr lang="en-US"/>
          </a:p>
        </p:txBody>
      </p:sp>
      <p:sp>
        <p:nvSpPr>
          <p:cNvPr id="6" name="Content Placeholder 5"/>
          <p:cNvSpPr>
            <a:spLocks noGrp="1"/>
          </p:cNvSpPr>
          <p:nvPr>
            <p:ph sz="quarter" idx="4"/>
            <p:custDataLst>
              <p:tags r:id="rId6"/>
            </p:custDataLst>
          </p:nvPr>
        </p:nvSpPr>
        <p:spPr>
          <a:xfrm>
            <a:off x="6235750" y="1854000"/>
            <a:ext cx="5342400" cy="4395600"/>
          </a:xfrm>
        </p:spPr>
        <p:txBody>
          <a:bodyPr vert="horz" lIns="101600" tIns="0" rIns="82550" bIns="0" rtlCol="0">
            <a:normAutofit/>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7" name="Date Placeholder 6"/>
          <p:cNvSpPr>
            <a:spLocks noGrp="1"/>
          </p:cNvSpPr>
          <p:nvPr>
            <p:ph type="dt" sz="half" idx="10"/>
            <p:custDataLst>
              <p:tags r:id="rId7"/>
            </p:custDataLst>
          </p:nvPr>
        </p:nvSpPr>
        <p:spPr/>
        <p:txBody>
          <a:bodyPr/>
          <a:lstStyle/>
          <a:p>
            <a:fld id="{760FBDFE-C587-4B4C-A407-44438C67B59E}" type="datetimeFigureOut">
              <a:rPr lang="en-US" smtClean="0"/>
            </a:fld>
            <a:endParaRPr lang="en-US"/>
          </a:p>
        </p:txBody>
      </p:sp>
      <p:sp>
        <p:nvSpPr>
          <p:cNvPr id="8" name="Footer Placeholder 7"/>
          <p:cNvSpPr>
            <a:spLocks noGrp="1"/>
          </p:cNvSpPr>
          <p:nvPr>
            <p:ph type="ftr" sz="quarter" idx="11"/>
            <p:custDataLst>
              <p:tags r:id="rId8"/>
            </p:custDataLst>
          </p:nvPr>
        </p:nvSpPr>
        <p:spPr/>
        <p:txBody>
          <a:bodyPr/>
          <a:lstStyle/>
          <a:p>
            <a:endParaRPr lang="en-US"/>
          </a:p>
        </p:txBody>
      </p:sp>
      <p:sp>
        <p:nvSpPr>
          <p:cNvPr id="9" name="Slide Number Placeholder 8"/>
          <p:cNvSpPr>
            <a:spLocks noGrp="1"/>
          </p:cNvSpPr>
          <p:nvPr>
            <p:ph type="sldNum" sz="quarter" idx="12"/>
            <p:custDataLst>
              <p:tags r:id="rId9"/>
            </p:custDataLst>
          </p:nvPr>
        </p:nvSpPr>
        <p:spPr/>
        <p:txBody>
          <a:bodyPr/>
          <a:lstStyle/>
          <a:p>
            <a:fld id="{49AE70B2-8BF9-45C0-BB95-33D1B9D3A854}" type="slidenum">
              <a:rPr lang="en-US" smtClean="0"/>
            </a:fld>
            <a:endParaRPr lang="en-US"/>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en-US" smtClean="0"/>
              <a:t>Click to edit Master title style</a:t>
            </a:r>
            <a:endParaRPr lang="en-US"/>
          </a:p>
        </p:txBody>
      </p:sp>
      <p:sp>
        <p:nvSpPr>
          <p:cNvPr id="3" name="Date Placeholder 2"/>
          <p:cNvSpPr>
            <a:spLocks noGrp="1"/>
          </p:cNvSpPr>
          <p:nvPr>
            <p:ph type="dt" sz="half" idx="10"/>
            <p:custDataLst>
              <p:tags r:id="rId3"/>
            </p:custDataLst>
          </p:nvPr>
        </p:nvSpPr>
        <p:spPr/>
        <p:txBody>
          <a:bodyPr/>
          <a:lstStyle/>
          <a:p>
            <a:fld id="{760FBDFE-C587-4B4C-A407-44438C67B59E}" type="datetimeFigureOut">
              <a:rPr lang="en-US" smtClean="0"/>
            </a:fld>
            <a:endParaRPr lang="en-US"/>
          </a:p>
        </p:txBody>
      </p:sp>
      <p:sp>
        <p:nvSpPr>
          <p:cNvPr id="4" name="Footer Placeholder 3"/>
          <p:cNvSpPr>
            <a:spLocks noGrp="1"/>
          </p:cNvSpPr>
          <p:nvPr>
            <p:ph type="ftr" sz="quarter" idx="11"/>
            <p:custDataLst>
              <p:tags r:id="rId4"/>
            </p:custDataLst>
          </p:nvPr>
        </p:nvSpPr>
        <p:spPr/>
        <p:txBody>
          <a:bodyPr/>
          <a:lstStyle/>
          <a:p>
            <a:endParaRPr lang="en-US"/>
          </a:p>
        </p:txBody>
      </p:sp>
      <p:sp>
        <p:nvSpPr>
          <p:cNvPr id="5" name="Slide Number Placeholder 4"/>
          <p:cNvSpPr>
            <a:spLocks noGrp="1"/>
          </p:cNvSpPr>
          <p:nvPr>
            <p:ph type="sldNum" sz="quarter" idx="12"/>
            <p:custDataLst>
              <p:tags r:id="rId5"/>
            </p:custDataLst>
          </p:nvPr>
        </p:nvSpPr>
        <p:spPr/>
        <p:txBody>
          <a:bodyPr/>
          <a:lstStyle/>
          <a:p>
            <a:fld id="{49AE70B2-8BF9-45C0-BB95-33D1B9D3A854}" type="slidenum">
              <a:rPr lang="en-US" smtClean="0"/>
            </a:fld>
            <a:endParaRPr lang="en-US"/>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custDataLst>
              <p:tags r:id="rId2"/>
            </p:custDataLst>
          </p:nvPr>
        </p:nvSpPr>
        <p:spPr/>
        <p:txBody>
          <a:bodyPr/>
          <a:lstStyle/>
          <a:p>
            <a:fld id="{760FBDFE-C587-4B4C-A407-44438C67B59E}" type="datetimeFigureOut">
              <a:rPr lang="en-US" smtClean="0"/>
            </a:fld>
            <a:endParaRPr lang="en-US"/>
          </a:p>
        </p:txBody>
      </p:sp>
      <p:sp>
        <p:nvSpPr>
          <p:cNvPr id="3" name="Footer Placeholder 2"/>
          <p:cNvSpPr>
            <a:spLocks noGrp="1"/>
          </p:cNvSpPr>
          <p:nvPr>
            <p:ph type="ftr" sz="quarter" idx="11"/>
            <p:custDataLst>
              <p:tags r:id="rId3"/>
            </p:custDataLst>
          </p:nvPr>
        </p:nvSpPr>
        <p:spPr/>
        <p:txBody>
          <a:bodyPr/>
          <a:lstStyle/>
          <a:p>
            <a:endParaRPr lang="en-US"/>
          </a:p>
        </p:txBody>
      </p:sp>
      <p:sp>
        <p:nvSpPr>
          <p:cNvPr id="4" name="Slide Number Placeholder 3"/>
          <p:cNvSpPr>
            <a:spLocks noGrp="1"/>
          </p:cNvSpPr>
          <p:nvPr>
            <p:ph type="sldNum" sz="quarter" idx="12"/>
            <p:custDataLst>
              <p:tags r:id="rId4"/>
            </p:custDataLst>
          </p:nvPr>
        </p:nvSpPr>
        <p:spPr/>
        <p:txBody>
          <a:bodyPr/>
          <a:lstStyle/>
          <a:p>
            <a:fld id="{49AE70B2-8BF9-45C0-BB95-33D1B9D3A854}" type="slidenum">
              <a:rPr lang="en-US" smtClean="0"/>
            </a:fld>
            <a:endParaRPr lang="en-US"/>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sp>
        <p:nvSpPr>
          <p:cNvPr id="3" name="Picture Placeholder 2"/>
          <p:cNvSpPr>
            <a:spLocks noGrp="1"/>
          </p:cNvSpPr>
          <p:nvPr>
            <p:ph type="pic" idx="1"/>
            <p:custDataLst>
              <p:tags r:id="rId2"/>
            </p:custDataLst>
          </p:nvPr>
        </p:nvSpPr>
        <p:spPr>
          <a:xfrm>
            <a:off x="608400" y="1555200"/>
            <a:ext cx="5233077" cy="4608000"/>
          </a:xfrm>
        </p:spPr>
        <p:txBody>
          <a:bodyPr vert="horz" lIns="90000" tIns="46800" rIns="90000" bIns="46800" rtlCol="0">
            <a:normAutofit/>
          </a:bodyPr>
          <a:lstStyle>
            <a:lvl1pPr>
              <a:buNone/>
              <a:defRPr sz="1600"/>
            </a:lvl1pPr>
          </a:lstStyle>
          <a:p>
            <a:pPr lvl="0"/>
            <a:endParaRPr lang="en-US"/>
          </a:p>
        </p:txBody>
      </p:sp>
      <p:sp>
        <p:nvSpPr>
          <p:cNvPr id="4" name="Text Placeholder 3"/>
          <p:cNvSpPr>
            <a:spLocks noGrp="1"/>
          </p:cNvSpPr>
          <p:nvPr>
            <p:ph type="body" sz="half" idx="2"/>
            <p:custDataLst>
              <p:tags r:id="rId3"/>
            </p:custDataLst>
          </p:nvPr>
        </p:nvSpPr>
        <p:spPr>
          <a:xfrm>
            <a:off x="6350400" y="1555200"/>
            <a:ext cx="5227200" cy="4608000"/>
          </a:xfrm>
        </p:spPr>
        <p:txBody>
          <a:bodyPr vert="horz" lIns="90000" tIns="46800" rIns="90000" bIns="46800" rtlCol="0">
            <a:normAutofit/>
          </a:bodyPr>
          <a:lstStyle>
            <a:lvl1pPr>
              <a:buNone/>
              <a:defRPr sz="1600"/>
            </a:lvl1pPr>
          </a:lstStyle>
          <a:p>
            <a:pPr lvl="0"/>
            <a:r>
              <a:rPr lang="en-US" smtClean="0"/>
              <a:t>Click to edit Master text styles</a:t>
            </a:r>
            <a:endParaRPr lang="en-US"/>
          </a:p>
        </p:txBody>
      </p:sp>
      <p:sp>
        <p:nvSpPr>
          <p:cNvPr id="5" name="Date Placeholder 4"/>
          <p:cNvSpPr>
            <a:spLocks noGrp="1"/>
          </p:cNvSpPr>
          <p:nvPr>
            <p:ph type="dt" sz="half" idx="10"/>
            <p:custDataLst>
              <p:tags r:id="rId4"/>
            </p:custDataLst>
          </p:nvPr>
        </p:nvSpPr>
        <p:spPr/>
        <p:txBody>
          <a:bodyPr/>
          <a:lstStyle/>
          <a:p>
            <a:fld id="{9EFD9D74-47D9-4702-A33C-335B63B48DBF}" type="datetimeFigureOut">
              <a:rPr lang="en-US" smtClean="0"/>
            </a:fld>
            <a:endParaRPr lang="en-US" dirty="0"/>
          </a:p>
        </p:txBody>
      </p:sp>
      <p:sp>
        <p:nvSpPr>
          <p:cNvPr id="6" name="Footer Placeholder 5"/>
          <p:cNvSpPr>
            <a:spLocks noGrp="1"/>
          </p:cNvSpPr>
          <p:nvPr>
            <p:ph type="ftr" sz="quarter" idx="11"/>
            <p:custDataLst>
              <p:tags r:id="rId5"/>
            </p:custDataLst>
          </p:nvPr>
        </p:nvSpPr>
        <p:spPr/>
        <p:txBody>
          <a:bodyPr/>
          <a:lstStyle/>
          <a:p>
            <a:endParaRPr lang="en-US" dirty="0"/>
          </a:p>
        </p:txBody>
      </p:sp>
      <p:sp>
        <p:nvSpPr>
          <p:cNvPr id="7" name="Slide Number Placeholder 6"/>
          <p:cNvSpPr>
            <a:spLocks noGrp="1"/>
          </p:cNvSpPr>
          <p:nvPr>
            <p:ph type="sldNum" sz="quarter" idx="12"/>
            <p:custDataLst>
              <p:tags r:id="rId6"/>
            </p:custDataLst>
          </p:nvPr>
        </p:nvSpPr>
        <p:spPr/>
        <p:txBody>
          <a:bodyPr/>
          <a:lstStyle/>
          <a:p>
            <a:fld id="{FABC47A4-756D-490B-A52F-7D9E2C9FC05F}" type="slidenum">
              <a:rPr lang="en-US" smtClean="0"/>
            </a:fld>
            <a:endParaRPr lang="en-US"/>
          </a:p>
        </p:txBody>
      </p:sp>
      <p:sp>
        <p:nvSpPr>
          <p:cNvPr id="9" name="Title 8"/>
          <p:cNvSpPr>
            <a:spLocks noGrp="1"/>
          </p:cNvSpPr>
          <p:nvPr>
            <p:ph type="title"/>
            <p:custDataLst>
              <p:tags r:id="rId7"/>
            </p:custDataLst>
          </p:nvPr>
        </p:nvSpPr>
        <p:spPr/>
        <p:txBody>
          <a:bodyPr/>
          <a:p>
            <a:r>
              <a:rPr lang="en-US"/>
              <a:t>Click to edit Master title style</a:t>
            </a:r>
            <a:endParaRPr lang="en-US"/>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hasCustomPrompt="1"/>
            <p:custDataLst>
              <p:tags r:id="rId2"/>
            </p:custDataLst>
          </p:nvPr>
        </p:nvSpPr>
        <p:spPr>
          <a:xfrm>
            <a:off x="10234800" y="914400"/>
            <a:ext cx="1044000" cy="5029200"/>
          </a:xfrm>
        </p:spPr>
        <p:txBody>
          <a:bodyPr vert="eaVert" lIns="90000" tIns="46800" rIns="90000" bIns="46800" rtlCol="0" anchor="ctr" anchorCtr="0">
            <a:normAutofit/>
          </a:bodyPr>
          <a:lstStyle>
            <a:lvl1pPr>
              <a:buNone/>
              <a:defRPr sz="2800"/>
            </a:lvl1pPr>
          </a:lstStyle>
          <a:p>
            <a:pPr lvl="0"/>
            <a:r>
              <a:rPr lang="en-US" smtClean="0"/>
              <a:t>Click to edit title</a:t>
            </a:r>
            <a:endParaRPr lang="en-US"/>
          </a:p>
        </p:txBody>
      </p:sp>
      <p:sp>
        <p:nvSpPr>
          <p:cNvPr id="3" name="Vertical Text Placeholder 2"/>
          <p:cNvSpPr>
            <a:spLocks noGrp="1"/>
          </p:cNvSpPr>
          <p:nvPr>
            <p:ph type="body" orient="vert" idx="1"/>
            <p:custDataLst>
              <p:tags r:id="rId3"/>
            </p:custDataLst>
          </p:nvPr>
        </p:nvSpPr>
        <p:spPr>
          <a:xfrm>
            <a:off x="914400" y="914400"/>
            <a:ext cx="9169200" cy="5029200"/>
          </a:xfrm>
        </p:spPr>
        <p:txBody>
          <a:bodyPr vert="eaVert" lIns="46800" tIns="46800" rIns="46800" bIns="46800"/>
          <a:lstStyle>
            <a:lvl1pPr marL="228600" indent="-228600">
              <a:spcAft>
                <a:spcPts val="1000"/>
              </a:spcAft>
              <a:defRPr spc="300"/>
            </a:lvl1pPr>
            <a:lvl2pPr marL="685800" indent="-228600">
              <a:defRPr spc="300"/>
            </a:lvl2pPr>
            <a:lvl3pPr marL="1143000" indent="-228600">
              <a:defRPr spc="300"/>
            </a:lvl3pPr>
            <a:lvl4pPr marL="1600200" indent="-228600">
              <a:defRPr spc="300"/>
            </a:lvl4pPr>
            <a:lvl5pPr marL="2057400" indent="-228600">
              <a:defRPr spc="300"/>
            </a:lvl5pPr>
          </a:lstStyle>
          <a:p>
            <a:pPr lvl="0"/>
            <a:r>
              <a:rPr lang="en-US" dirty="0"/>
              <a:t>Click to edit Master text styles</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a:p>
            <a:pPr lvl="4"/>
            <a:r>
              <a:rPr lang="en-US" dirty="0"/>
              <a:t>Fifth level</a:t>
            </a:r>
            <a:endParaRPr lang="en-US" dirty="0"/>
          </a:p>
        </p:txBody>
      </p:sp>
      <p:sp>
        <p:nvSpPr>
          <p:cNvPr id="4" name="Date Placeholder 3"/>
          <p:cNvSpPr>
            <a:spLocks noGrp="1"/>
          </p:cNvSpPr>
          <p:nvPr>
            <p:ph type="dt" sz="half" idx="10"/>
            <p:custDataLst>
              <p:tags r:id="rId4"/>
            </p:custDataLst>
          </p:nvPr>
        </p:nvSpPr>
        <p:spPr/>
        <p:txBody>
          <a:bodyPr/>
          <a:lstStyle/>
          <a:p>
            <a:fld id="{760FBDFE-C587-4B4C-A407-44438C67B59E}" type="datetimeFigureOut">
              <a:rPr lang="en-US" smtClean="0"/>
            </a:fld>
            <a:endParaRPr lang="en-US"/>
          </a:p>
        </p:txBody>
      </p:sp>
      <p:sp>
        <p:nvSpPr>
          <p:cNvPr id="5" name="Footer Placeholder 4"/>
          <p:cNvSpPr>
            <a:spLocks noGrp="1"/>
          </p:cNvSpPr>
          <p:nvPr>
            <p:ph type="ftr" sz="quarter" idx="11"/>
            <p:custDataLst>
              <p:tags r:id="rId5"/>
            </p:custDataLst>
          </p:nvPr>
        </p:nvSpPr>
        <p:spPr/>
        <p:txBody>
          <a:bodyPr/>
          <a:lstStyle/>
          <a:p>
            <a:endParaRPr lang="en-US"/>
          </a:p>
        </p:txBody>
      </p:sp>
      <p:sp>
        <p:nvSpPr>
          <p:cNvPr id="6" name="Slide Number Placeholder 5"/>
          <p:cNvSpPr>
            <a:spLocks noGrp="1"/>
          </p:cNvSpPr>
          <p:nvPr>
            <p:ph type="sldNum" sz="quarter" idx="12"/>
            <p:custDataLst>
              <p:tags r:id="rId6"/>
            </p:custDataLst>
          </p:nvPr>
        </p:nvSpPr>
        <p:spPr/>
        <p:txBody>
          <a:bodyPr/>
          <a:lstStyle/>
          <a:p>
            <a:fld id="{49AE70B2-8BF9-45C0-BB95-33D1B9D3A854}" type="slidenum">
              <a:rPr lang="en-US" smtClean="0"/>
            </a:fld>
            <a:endParaRPr lang="en-US"/>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Content">
    <p:spTree>
      <p:nvGrpSpPr>
        <p:cNvPr id="1" name=""/>
        <p:cNvGrpSpPr/>
        <p:nvPr/>
      </p:nvGrpSpPr>
      <p:grpSpPr>
        <a:xfrm>
          <a:off x="0" y="0"/>
          <a:ext cx="0" cy="0"/>
          <a:chOff x="0" y="0"/>
          <a:chExt cx="0" cy="0"/>
        </a:xfrm>
      </p:grpSpPr>
      <p:sp>
        <p:nvSpPr>
          <p:cNvPr id="3" name="Date Placeholder 2"/>
          <p:cNvSpPr>
            <a:spLocks noGrp="1"/>
          </p:cNvSpPr>
          <p:nvPr>
            <p:ph type="dt" sz="half" idx="10"/>
            <p:custDataLst>
              <p:tags r:id="rId2"/>
            </p:custDataLst>
          </p:nvPr>
        </p:nvSpPr>
        <p:spPr/>
        <p:txBody>
          <a:bodyPr/>
          <a:lstStyle/>
          <a:p>
            <a:fld id="{760FBDFE-C587-4B4C-A407-44438C67B59E}" type="datetimeFigureOut">
              <a:rPr lang="en-US" smtClean="0"/>
            </a:fld>
            <a:endParaRPr lang="en-US"/>
          </a:p>
        </p:txBody>
      </p:sp>
      <p:sp>
        <p:nvSpPr>
          <p:cNvPr id="4" name="Footer Placeholder 3"/>
          <p:cNvSpPr>
            <a:spLocks noGrp="1"/>
          </p:cNvSpPr>
          <p:nvPr>
            <p:ph type="ftr" sz="quarter" idx="11"/>
            <p:custDataLst>
              <p:tags r:id="rId3"/>
            </p:custDataLst>
          </p:nvPr>
        </p:nvSpPr>
        <p:spPr/>
        <p:txBody>
          <a:bodyPr/>
          <a:lstStyle/>
          <a:p>
            <a:endParaRPr lang="en-US"/>
          </a:p>
        </p:txBody>
      </p:sp>
      <p:sp>
        <p:nvSpPr>
          <p:cNvPr id="5" name="Slide Number Placeholder 4"/>
          <p:cNvSpPr>
            <a:spLocks noGrp="1"/>
          </p:cNvSpPr>
          <p:nvPr>
            <p:ph type="sldNum" sz="quarter" idx="12"/>
            <p:custDataLst>
              <p:tags r:id="rId4"/>
            </p:custDataLst>
          </p:nvPr>
        </p:nvSpPr>
        <p:spPr/>
        <p:txBody>
          <a:bodyPr/>
          <a:lstStyle/>
          <a:p>
            <a:fld id="{49AE70B2-8BF9-45C0-BB95-33D1B9D3A854}" type="slidenum">
              <a:rPr lang="en-US" smtClean="0"/>
            </a:fld>
            <a:endParaRPr lang="en-US"/>
          </a:p>
        </p:txBody>
      </p:sp>
      <p:sp>
        <p:nvSpPr>
          <p:cNvPr id="7" name="Content Placeholder 6"/>
          <p:cNvSpPr>
            <a:spLocks noGrp="1"/>
          </p:cNvSpPr>
          <p:nvPr>
            <p:ph sz="quarter" idx="13"/>
            <p:custDataLst>
              <p:tags r:id="rId5"/>
            </p:custDataLst>
          </p:nvPr>
        </p:nvSpPr>
        <p:spPr>
          <a:xfrm>
            <a:off x="608400" y="774000"/>
            <a:ext cx="10972800" cy="5482800"/>
          </a:xfrm>
        </p:spPr>
        <p:txBody>
          <a:bodyPr/>
          <a:lstStyle/>
          <a:p>
            <a:pPr lvl="0"/>
            <a:r>
              <a:rPr lang="en-US" dirty="0"/>
              <a:t>Click to edit Master text styles</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a:p>
            <a:pPr lvl="4"/>
            <a:r>
              <a:rPr lang="en-US" dirty="0"/>
              <a:t>Fifth level</a:t>
            </a:r>
            <a:endParaRPr lang="en-US" dirty="0"/>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Last Slide">
    <p:spTree>
      <p:nvGrpSpPr>
        <p:cNvPr id="1" name=""/>
        <p:cNvGrpSpPr/>
        <p:nvPr/>
      </p:nvGrpSpPr>
      <p:grpSpPr>
        <a:xfrm>
          <a:off x="0" y="0"/>
          <a:ext cx="0" cy="0"/>
          <a:chOff x="0" y="0"/>
          <a:chExt cx="0" cy="0"/>
        </a:xfrm>
      </p:grpSpPr>
      <p:sp>
        <p:nvSpPr>
          <p:cNvPr id="3" name="Date Placeholder 2"/>
          <p:cNvSpPr>
            <a:spLocks noGrp="1"/>
          </p:cNvSpPr>
          <p:nvPr>
            <p:ph type="dt" sz="half" idx="10"/>
            <p:custDataLst>
              <p:tags r:id="rId2"/>
            </p:custDataLst>
          </p:nvPr>
        </p:nvSpPr>
        <p:spPr/>
        <p:txBody>
          <a:bodyPr/>
          <a:lstStyle/>
          <a:p>
            <a:fld id="{760FBDFE-C587-4B4C-A407-44438C67B59E}" type="datetimeFigureOut">
              <a:rPr lang="en-US" smtClean="0"/>
            </a:fld>
            <a:endParaRPr lang="en-US"/>
          </a:p>
        </p:txBody>
      </p:sp>
      <p:sp>
        <p:nvSpPr>
          <p:cNvPr id="4" name="Footer Placeholder 3"/>
          <p:cNvSpPr>
            <a:spLocks noGrp="1"/>
          </p:cNvSpPr>
          <p:nvPr>
            <p:ph type="ftr" sz="quarter" idx="11"/>
            <p:custDataLst>
              <p:tags r:id="rId3"/>
            </p:custDataLst>
          </p:nvPr>
        </p:nvSpPr>
        <p:spPr/>
        <p:txBody>
          <a:bodyPr/>
          <a:lstStyle/>
          <a:p>
            <a:endParaRPr lang="en-US"/>
          </a:p>
        </p:txBody>
      </p:sp>
      <p:sp>
        <p:nvSpPr>
          <p:cNvPr id="5" name="Slide Number Placeholder 4"/>
          <p:cNvSpPr>
            <a:spLocks noGrp="1"/>
          </p:cNvSpPr>
          <p:nvPr>
            <p:ph type="sldNum" sz="quarter" idx="12"/>
            <p:custDataLst>
              <p:tags r:id="rId4"/>
            </p:custDataLst>
          </p:nvPr>
        </p:nvSpPr>
        <p:spPr/>
        <p:txBody>
          <a:bodyPr/>
          <a:lstStyle/>
          <a:p>
            <a:fld id="{49AE70B2-8BF9-45C0-BB95-33D1B9D3A854}" type="slidenum">
              <a:rPr lang="en-US" smtClean="0"/>
            </a:fld>
            <a:endParaRPr lang="en-US"/>
          </a:p>
        </p:txBody>
      </p:sp>
      <p:sp>
        <p:nvSpPr>
          <p:cNvPr id="2" name="Title 1"/>
          <p:cNvSpPr>
            <a:spLocks noGrp="1"/>
          </p:cNvSpPr>
          <p:nvPr>
            <p:ph type="title" hasCustomPrompt="1"/>
            <p:custDataLst>
              <p:tags r:id="rId5"/>
            </p:custDataLst>
          </p:nvPr>
        </p:nvSpPr>
        <p:spPr>
          <a:xfrm>
            <a:off x="1198800" y="2484000"/>
            <a:ext cx="9799200" cy="1018800"/>
          </a:xfrm>
        </p:spPr>
        <p:txBody>
          <a:bodyPr vert="horz" lIns="90000" tIns="46800" rIns="90000" bIns="46800" rtlCol="0" anchor="t" anchorCtr="0">
            <a:normAutofit/>
          </a:bodyPr>
          <a:lstStyle>
            <a:lvl1pPr algn="ctr">
              <a:defRPr sz="6000"/>
            </a:lvl1pPr>
          </a:lstStyle>
          <a:p>
            <a:pPr lvl="0"/>
            <a:r>
              <a:rPr lang="en-US" smtClean="0"/>
              <a:t>Click to edit title</a:t>
            </a:r>
            <a:endParaRPr lang="en-US"/>
          </a:p>
        </p:txBody>
      </p:sp>
      <p:sp>
        <p:nvSpPr>
          <p:cNvPr id="7" name="Text Placeholder 6"/>
          <p:cNvSpPr>
            <a:spLocks noGrp="1"/>
          </p:cNvSpPr>
          <p:nvPr>
            <p:ph type="body" sz="quarter" idx="13"/>
            <p:custDataLst>
              <p:tags r:id="rId6"/>
            </p:custDataLst>
          </p:nvPr>
        </p:nvSpPr>
        <p:spPr>
          <a:xfrm>
            <a:off x="1198800" y="3560400"/>
            <a:ext cx="9799200" cy="471600"/>
          </a:xfrm>
        </p:spPr>
        <p:txBody>
          <a:bodyPr lIns="90000" tIns="46800" rIns="90000" bIns="46800">
            <a:normAutofit/>
          </a:bodyPr>
          <a:lstStyle>
            <a:lvl1pPr algn="ctr">
              <a:lnSpc>
                <a:spcPct val="110000"/>
              </a:lnSpc>
              <a:buNone/>
              <a:defRPr sz="2400" spc="200"/>
            </a:lvl1pPr>
          </a:lstStyle>
          <a:p>
            <a:pPr lvl="0"/>
            <a:r>
              <a:rPr lang="en-US" dirty="0"/>
              <a:t>Click to edit Master text styles</a:t>
            </a:r>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8" Type="http://schemas.openxmlformats.org/officeDocument/2006/relationships/theme" Target="../theme/theme1.xml"/><Relationship Id="rId17" Type="http://schemas.openxmlformats.org/officeDocument/2006/relationships/tags" Target="../tags/tag62.xml"/><Relationship Id="rId16" Type="http://schemas.openxmlformats.org/officeDocument/2006/relationships/tags" Target="../tags/tag61.xml"/><Relationship Id="rId15" Type="http://schemas.openxmlformats.org/officeDocument/2006/relationships/tags" Target="../tags/tag60.xml"/><Relationship Id="rId14" Type="http://schemas.openxmlformats.org/officeDocument/2006/relationships/tags" Target="../tags/tag59.xml"/><Relationship Id="rId13" Type="http://schemas.openxmlformats.org/officeDocument/2006/relationships/tags" Target="../tags/tag58.xml"/><Relationship Id="rId12" Type="http://schemas.openxmlformats.org/officeDocument/2006/relationships/tags" Target="../tags/tag57.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20.xml"/><Relationship Id="rId8" Type="http://schemas.openxmlformats.org/officeDocument/2006/relationships/slideLayout" Target="../slideLayouts/slideLayout19.xml"/><Relationship Id="rId7" Type="http://schemas.openxmlformats.org/officeDocument/2006/relationships/slideLayout" Target="../slideLayouts/slideLayout18.xml"/><Relationship Id="rId6" Type="http://schemas.openxmlformats.org/officeDocument/2006/relationships/slideLayout" Target="../slideLayouts/slideLayout17.xml"/><Relationship Id="rId5" Type="http://schemas.openxmlformats.org/officeDocument/2006/relationships/slideLayout" Target="../slideLayouts/slideLayout16.xml"/><Relationship Id="rId4" Type="http://schemas.openxmlformats.org/officeDocument/2006/relationships/slideLayout" Target="../slideLayouts/slideLayout15.xml"/><Relationship Id="rId3" Type="http://schemas.openxmlformats.org/officeDocument/2006/relationships/slideLayout" Target="../slideLayouts/slideLayout14.xml"/><Relationship Id="rId2" Type="http://schemas.openxmlformats.org/officeDocument/2006/relationships/slideLayout" Target="../slideLayouts/slideLayout13.xml"/><Relationship Id="rId18" Type="http://schemas.openxmlformats.org/officeDocument/2006/relationships/theme" Target="../theme/theme2.xml"/><Relationship Id="rId17" Type="http://schemas.openxmlformats.org/officeDocument/2006/relationships/tags" Target="../tags/tag124.xml"/><Relationship Id="rId16" Type="http://schemas.openxmlformats.org/officeDocument/2006/relationships/tags" Target="../tags/tag123.xml"/><Relationship Id="rId15" Type="http://schemas.openxmlformats.org/officeDocument/2006/relationships/tags" Target="../tags/tag122.xml"/><Relationship Id="rId14" Type="http://schemas.openxmlformats.org/officeDocument/2006/relationships/tags" Target="../tags/tag121.xml"/><Relationship Id="rId13" Type="http://schemas.openxmlformats.org/officeDocument/2006/relationships/tags" Target="../tags/tag120.xml"/><Relationship Id="rId12" Type="http://schemas.openxmlformats.org/officeDocument/2006/relationships/tags" Target="../tags/tag119.xml"/><Relationship Id="rId11" Type="http://schemas.openxmlformats.org/officeDocument/2006/relationships/slideLayout" Target="../slideLayouts/slideLayout22.xml"/><Relationship Id="rId10" Type="http://schemas.openxmlformats.org/officeDocument/2006/relationships/slideLayout" Target="../slideLayouts/slideLayout21.xml"/><Relationship Id="rId1" Type="http://schemas.openxmlformats.org/officeDocument/2006/relationships/slideLayout" Target="../slideLayouts/slideLayout1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custDataLst>
              <p:tags r:id="rId12"/>
            </p:custDataLst>
          </p:nvPr>
        </p:nvSpPr>
        <p:spPr>
          <a:xfrm>
            <a:off x="608400" y="608400"/>
            <a:ext cx="10969200" cy="705600"/>
          </a:xfrm>
          <a:prstGeom prst="rect">
            <a:avLst/>
          </a:prstGeom>
        </p:spPr>
        <p:txBody>
          <a:bodyPr vert="horz" lIns="90170" tIns="46990" rIns="90170" bIns="46990" rtlCol="0" anchor="ctr" anchorCtr="0">
            <a:normAutofit/>
          </a:bodyPr>
          <a:lstStyle/>
          <a:p>
            <a:r>
              <a:rPr lang="en-US" dirty="0"/>
              <a:t>Click to edit Master title style</a:t>
            </a:r>
            <a:endParaRPr lang="en-US" dirty="0"/>
          </a:p>
        </p:txBody>
      </p:sp>
      <p:sp>
        <p:nvSpPr>
          <p:cNvPr id="3" name="Text Placeholder 2"/>
          <p:cNvSpPr>
            <a:spLocks noGrp="1"/>
          </p:cNvSpPr>
          <p:nvPr>
            <p:ph type="body" idx="1"/>
            <p:custDataLst>
              <p:tags r:id="rId13"/>
            </p:custDataLst>
          </p:nvPr>
        </p:nvSpPr>
        <p:spPr>
          <a:xfrm>
            <a:off x="608400" y="1490400"/>
            <a:ext cx="10969200" cy="4759200"/>
          </a:xfrm>
          <a:prstGeom prst="rect">
            <a:avLst/>
          </a:prstGeom>
        </p:spPr>
        <p:txBody>
          <a:bodyPr vert="horz" lIns="90000" tIns="46800" rIns="90000" bIns="46800" rtlCol="0">
            <a:normAutofit/>
          </a:bodyPr>
          <a:lstStyle/>
          <a:p>
            <a:pPr lvl="0"/>
            <a:r>
              <a:rPr lang="en-US" dirty="0"/>
              <a:t>Click to edit Master text styles</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a:p>
            <a:pPr lvl="4"/>
            <a:r>
              <a:rPr lang="en-US" dirty="0"/>
              <a:t>Fifth level</a:t>
            </a:r>
            <a:endParaRPr lang="en-US" dirty="0"/>
          </a:p>
        </p:txBody>
      </p:sp>
      <p:sp>
        <p:nvSpPr>
          <p:cNvPr id="4" name="Date Placeholder 3"/>
          <p:cNvSpPr>
            <a:spLocks noGrp="1"/>
          </p:cNvSpPr>
          <p:nvPr>
            <p:ph type="dt" sz="half" idx="2"/>
            <p:custDataLst>
              <p:tags r:id="rId14"/>
            </p:custDataLst>
          </p:nvPr>
        </p:nvSpPr>
        <p:spPr>
          <a:xfrm>
            <a:off x="612000" y="6314400"/>
            <a:ext cx="2700000" cy="316800"/>
          </a:xfrm>
          <a:prstGeom prst="rect">
            <a:avLst/>
          </a:prstGeom>
        </p:spPr>
        <p:txBody>
          <a:bodyPr vert="horz" lIns="91440" tIns="45720" rIns="91440" bIns="45720" rtlCol="0" anchor="ctr">
            <a:normAutofit/>
          </a:bodyPr>
          <a:lstStyle>
            <a:lvl1pPr algn="l">
              <a:defRPr sz="1000" baseline="0">
                <a:solidFill>
                  <a:schemeClr val="tx1">
                    <a:tint val="75000"/>
                  </a:schemeClr>
                </a:solidFill>
              </a:defRPr>
            </a:lvl1pPr>
          </a:lstStyle>
          <a:p>
            <a:fld id="{760FBDFE-C587-4B4C-A407-44438C67B59E}" type="datetimeFigureOut">
              <a:rPr lang="en-US" smtClean="0"/>
            </a:fld>
            <a:endParaRPr lang="en-US"/>
          </a:p>
        </p:txBody>
      </p:sp>
      <p:sp>
        <p:nvSpPr>
          <p:cNvPr id="5" name="Footer Placeholder 4"/>
          <p:cNvSpPr>
            <a:spLocks noGrp="1"/>
          </p:cNvSpPr>
          <p:nvPr>
            <p:ph type="ftr" sz="quarter" idx="3"/>
            <p:custDataLst>
              <p:tags r:id="rId15"/>
            </p:custDataLst>
          </p:nvPr>
        </p:nvSpPr>
        <p:spPr>
          <a:xfrm>
            <a:off x="4116000" y="6314400"/>
            <a:ext cx="3960000" cy="316800"/>
          </a:xfrm>
          <a:prstGeom prst="rect">
            <a:avLst/>
          </a:prstGeom>
        </p:spPr>
        <p:txBody>
          <a:bodyPr vert="horz" lIns="91440" tIns="45720" rIns="91440" bIns="45720" rtlCol="0" anchor="ctr">
            <a:normAutofit/>
          </a:bodyPr>
          <a:lstStyle>
            <a:lvl1pPr algn="ctr">
              <a:defRPr sz="1000" baseline="0">
                <a:solidFill>
                  <a:schemeClr val="tx1">
                    <a:tint val="75000"/>
                  </a:schemeClr>
                </a:solidFill>
              </a:defRPr>
            </a:lvl1pPr>
          </a:lstStyle>
          <a:p>
            <a:endParaRPr lang="en-US" dirty="0"/>
          </a:p>
        </p:txBody>
      </p:sp>
      <p:sp>
        <p:nvSpPr>
          <p:cNvPr id="6" name="Slide Number Placeholder 5"/>
          <p:cNvSpPr>
            <a:spLocks noGrp="1"/>
          </p:cNvSpPr>
          <p:nvPr>
            <p:ph type="sldNum" sz="quarter" idx="4"/>
            <p:custDataLst>
              <p:tags r:id="rId16"/>
            </p:custDataLst>
          </p:nvPr>
        </p:nvSpPr>
        <p:spPr>
          <a:xfrm>
            <a:off x="8877600" y="6314400"/>
            <a:ext cx="2700000" cy="316800"/>
          </a:xfrm>
          <a:prstGeom prst="rect">
            <a:avLst/>
          </a:prstGeom>
        </p:spPr>
        <p:txBody>
          <a:bodyPr vert="horz" lIns="91440" tIns="45720" rIns="91440" bIns="45720" rtlCol="0" anchor="ctr">
            <a:normAutofit/>
          </a:bodyPr>
          <a:lstStyle>
            <a:lvl1pPr algn="r">
              <a:defRPr sz="1000" baseline="0">
                <a:solidFill>
                  <a:schemeClr val="tx1">
                    <a:tint val="75000"/>
                  </a:schemeClr>
                </a:solidFill>
              </a:defRPr>
            </a:lvl1pPr>
          </a:lstStyle>
          <a:p>
            <a:fld id="{49AE70B2-8BF9-45C0-BB95-33D1B9D3A854}" type="slidenum">
              <a:rPr lang="en-US" smtClean="0"/>
            </a:fld>
            <a:endParaRPr lang="en-US" dirty="0"/>
          </a:p>
        </p:txBody>
      </p:sp>
    </p:spTree>
    <p:custDataLst>
      <p:tags r:id="rId17"/>
    </p:custData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fontAlgn="auto" latinLnBrk="0" hangingPunct="1">
        <a:lnSpc>
          <a:spcPct val="100000"/>
        </a:lnSpc>
        <a:spcBef>
          <a:spcPct val="0"/>
        </a:spcBef>
        <a:buNone/>
        <a:defRPr sz="3600" b="0" u="none" strike="noStrike" kern="1200" cap="none" spc="300" normalizeH="0" baseline="0">
          <a:solidFill>
            <a:schemeClr val="tx1">
              <a:lumMod val="85000"/>
              <a:lumOff val="15000"/>
            </a:schemeClr>
          </a:solidFill>
          <a:uFillTx/>
          <a:latin typeface="+mj-lt"/>
          <a:ea typeface="+mj-ea"/>
          <a:cs typeface="+mj-cs"/>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800" u="none" strike="noStrike" kern="1200" cap="none" spc="150" normalizeH="0" baseline="0">
          <a:solidFill>
            <a:schemeClr val="tx1">
              <a:lumMod val="65000"/>
              <a:lumOff val="35000"/>
            </a:schemeClr>
          </a:solidFill>
          <a:uFillTx/>
          <a:latin typeface="+mn-lt"/>
          <a:ea typeface="+mn-ea"/>
          <a:cs typeface="+mn-cs"/>
        </a:defRPr>
      </a:lvl1pPr>
      <a:lvl2pPr marL="685800"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uFillTx/>
          <a:latin typeface="+mn-lt"/>
          <a:ea typeface="+mn-ea"/>
          <a:cs typeface="+mn-cs"/>
        </a:defRPr>
      </a:lvl2pPr>
      <a:lvl3pPr marL="1143000" indent="-228600" algn="l" defTabSz="914400" rtl="0" eaLnBrk="1" fontAlgn="auto" latinLnBrk="0" hangingPunct="1">
        <a:lnSpc>
          <a:spcPct val="120000"/>
        </a:lnSpc>
        <a:spcBef>
          <a:spcPts val="0"/>
        </a:spcBef>
        <a:spcAft>
          <a:spcPts val="600"/>
        </a:spcAft>
        <a:buFont typeface="Arial" panose="020B0604020202020204" pitchFamily="34" charset="0"/>
        <a:buChar char="●"/>
        <a:defRPr sz="1600" u="none" strike="noStrike" kern="1200" cap="none" spc="150" normalizeH="0" baseline="0">
          <a:solidFill>
            <a:schemeClr val="tx1">
              <a:lumMod val="65000"/>
              <a:lumOff val="35000"/>
            </a:schemeClr>
          </a:solidFill>
          <a:uFillTx/>
          <a:latin typeface="+mn-lt"/>
          <a:ea typeface="+mn-ea"/>
          <a:cs typeface="+mn-cs"/>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uFillTx/>
          <a:latin typeface="+mn-lt"/>
          <a:ea typeface="+mn-ea"/>
          <a:cs typeface="+mn-cs"/>
        </a:defRPr>
      </a:lvl4pPr>
      <a:lvl5pPr marL="2057400" indent="-228600" algn="l" defTabSz="914400" rtl="0" eaLnBrk="1" fontAlgn="auto" latinLnBrk="0" hangingPunct="1">
        <a:lnSpc>
          <a:spcPct val="120000"/>
        </a:lnSpc>
        <a:spcBef>
          <a:spcPts val="0"/>
        </a:spcBef>
        <a:spcAft>
          <a:spcPts val="300"/>
        </a:spcAft>
        <a:buFont typeface="Arial" panose="020B0604020202020204" pitchFamily="34" charset="0"/>
        <a:buChar char="•"/>
        <a:defRPr sz="1400" u="none" strike="noStrike" kern="1200" cap="none" spc="150" normalizeH="0" baseline="0">
          <a:solidFill>
            <a:schemeClr val="tx1">
              <a:lumMod val="65000"/>
              <a:lumOff val="35000"/>
            </a:schemeClr>
          </a:solidFill>
          <a:uFillTx/>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custDataLst>
              <p:tags r:id="rId12"/>
            </p:custDataLst>
          </p:nvPr>
        </p:nvSpPr>
        <p:spPr>
          <a:xfrm>
            <a:off x="608400" y="608400"/>
            <a:ext cx="10969200" cy="705600"/>
          </a:xfrm>
          <a:prstGeom prst="rect">
            <a:avLst/>
          </a:prstGeom>
        </p:spPr>
        <p:txBody>
          <a:bodyPr vert="horz" lIns="90170" tIns="46990" rIns="90170" bIns="46990" rtlCol="0" anchor="ctr" anchorCtr="0">
            <a:normAutofit/>
          </a:bodyPr>
          <a:lstStyle/>
          <a:p>
            <a:r>
              <a:rPr lang="en-US" dirty="0"/>
              <a:t>Click to edit Master title style</a:t>
            </a:r>
            <a:endParaRPr lang="en-US" dirty="0"/>
          </a:p>
        </p:txBody>
      </p:sp>
      <p:sp>
        <p:nvSpPr>
          <p:cNvPr id="3" name="Text Placeholder 2"/>
          <p:cNvSpPr>
            <a:spLocks noGrp="1"/>
          </p:cNvSpPr>
          <p:nvPr>
            <p:ph type="body" idx="1"/>
            <p:custDataLst>
              <p:tags r:id="rId13"/>
            </p:custDataLst>
          </p:nvPr>
        </p:nvSpPr>
        <p:spPr>
          <a:xfrm>
            <a:off x="608400" y="1490400"/>
            <a:ext cx="10969200" cy="4759200"/>
          </a:xfrm>
          <a:prstGeom prst="rect">
            <a:avLst/>
          </a:prstGeom>
        </p:spPr>
        <p:txBody>
          <a:bodyPr vert="horz" lIns="90000" tIns="46800" rIns="90000" bIns="46800" rtlCol="0">
            <a:normAutofit/>
          </a:bodyPr>
          <a:lstStyle/>
          <a:p>
            <a:pPr lvl="0"/>
            <a:r>
              <a:rPr lang="en-US" dirty="0"/>
              <a:t>Click to edit Master text styles</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a:p>
            <a:pPr lvl="4"/>
            <a:r>
              <a:rPr lang="en-US" dirty="0"/>
              <a:t>Fifth level</a:t>
            </a:r>
            <a:endParaRPr lang="en-US" dirty="0"/>
          </a:p>
        </p:txBody>
      </p:sp>
      <p:sp>
        <p:nvSpPr>
          <p:cNvPr id="4" name="Date Placeholder 3"/>
          <p:cNvSpPr>
            <a:spLocks noGrp="1"/>
          </p:cNvSpPr>
          <p:nvPr>
            <p:ph type="dt" sz="half" idx="2"/>
            <p:custDataLst>
              <p:tags r:id="rId14"/>
            </p:custDataLst>
          </p:nvPr>
        </p:nvSpPr>
        <p:spPr>
          <a:xfrm>
            <a:off x="612000" y="6314400"/>
            <a:ext cx="2700000" cy="316800"/>
          </a:xfrm>
          <a:prstGeom prst="rect">
            <a:avLst/>
          </a:prstGeom>
        </p:spPr>
        <p:txBody>
          <a:bodyPr vert="horz" lIns="91440" tIns="45720" rIns="91440" bIns="45720" rtlCol="0" anchor="ctr">
            <a:normAutofit/>
          </a:bodyPr>
          <a:lstStyle>
            <a:lvl1pPr algn="l">
              <a:defRPr sz="1000" baseline="0">
                <a:solidFill>
                  <a:schemeClr val="tx1">
                    <a:tint val="75000"/>
                  </a:schemeClr>
                </a:solidFill>
              </a:defRPr>
            </a:lvl1pPr>
          </a:lstStyle>
          <a:p>
            <a:fld id="{760FBDFE-C587-4B4C-A407-44438C67B59E}" type="datetimeFigureOut">
              <a:rPr lang="en-US" smtClean="0"/>
            </a:fld>
            <a:endParaRPr lang="en-US"/>
          </a:p>
        </p:txBody>
      </p:sp>
      <p:sp>
        <p:nvSpPr>
          <p:cNvPr id="5" name="Footer Placeholder 4"/>
          <p:cNvSpPr>
            <a:spLocks noGrp="1"/>
          </p:cNvSpPr>
          <p:nvPr>
            <p:ph type="ftr" sz="quarter" idx="3"/>
            <p:custDataLst>
              <p:tags r:id="rId15"/>
            </p:custDataLst>
          </p:nvPr>
        </p:nvSpPr>
        <p:spPr>
          <a:xfrm>
            <a:off x="4116000" y="6314400"/>
            <a:ext cx="3960000" cy="316800"/>
          </a:xfrm>
          <a:prstGeom prst="rect">
            <a:avLst/>
          </a:prstGeom>
        </p:spPr>
        <p:txBody>
          <a:bodyPr vert="horz" lIns="91440" tIns="45720" rIns="91440" bIns="45720" rtlCol="0" anchor="ctr">
            <a:normAutofit/>
          </a:bodyPr>
          <a:lstStyle>
            <a:lvl1pPr algn="ctr">
              <a:defRPr sz="1000" baseline="0">
                <a:solidFill>
                  <a:schemeClr val="tx1">
                    <a:tint val="75000"/>
                  </a:schemeClr>
                </a:solidFill>
              </a:defRPr>
            </a:lvl1pPr>
          </a:lstStyle>
          <a:p>
            <a:endParaRPr lang="en-US" dirty="0"/>
          </a:p>
        </p:txBody>
      </p:sp>
      <p:sp>
        <p:nvSpPr>
          <p:cNvPr id="6" name="Slide Number Placeholder 5"/>
          <p:cNvSpPr>
            <a:spLocks noGrp="1"/>
          </p:cNvSpPr>
          <p:nvPr>
            <p:ph type="sldNum" sz="quarter" idx="4"/>
            <p:custDataLst>
              <p:tags r:id="rId16"/>
            </p:custDataLst>
          </p:nvPr>
        </p:nvSpPr>
        <p:spPr>
          <a:xfrm>
            <a:off x="8877600" y="6314400"/>
            <a:ext cx="2700000" cy="316800"/>
          </a:xfrm>
          <a:prstGeom prst="rect">
            <a:avLst/>
          </a:prstGeom>
        </p:spPr>
        <p:txBody>
          <a:bodyPr vert="horz" lIns="91440" tIns="45720" rIns="91440" bIns="45720" rtlCol="0" anchor="ctr">
            <a:normAutofit/>
          </a:bodyPr>
          <a:lstStyle>
            <a:lvl1pPr algn="r">
              <a:defRPr sz="1000" baseline="0">
                <a:solidFill>
                  <a:schemeClr val="tx1">
                    <a:tint val="75000"/>
                  </a:schemeClr>
                </a:solidFill>
              </a:defRPr>
            </a:lvl1pPr>
          </a:lstStyle>
          <a:p>
            <a:fld id="{49AE70B2-8BF9-45C0-BB95-33D1B9D3A854}" type="slidenum">
              <a:rPr lang="en-US" smtClean="0"/>
            </a:fld>
            <a:endParaRPr lang="en-US" dirty="0"/>
          </a:p>
        </p:txBody>
      </p:sp>
    </p:spTree>
    <p:custDataLst>
      <p:tags r:id="rId17"/>
    </p:custData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fontAlgn="auto" latinLnBrk="0" hangingPunct="1">
        <a:lnSpc>
          <a:spcPct val="100000"/>
        </a:lnSpc>
        <a:spcBef>
          <a:spcPct val="0"/>
        </a:spcBef>
        <a:buNone/>
        <a:defRPr sz="3600" b="0" u="none" strike="noStrike" kern="1200" cap="none" spc="300" normalizeH="0" baseline="0">
          <a:solidFill>
            <a:schemeClr val="tx1">
              <a:lumMod val="85000"/>
              <a:lumOff val="15000"/>
            </a:schemeClr>
          </a:solidFill>
          <a:uFillTx/>
          <a:latin typeface="+mj-lt"/>
          <a:ea typeface="+mj-ea"/>
          <a:cs typeface="+mj-cs"/>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800" u="none" strike="noStrike" kern="1200" cap="none" spc="150" normalizeH="0" baseline="0">
          <a:solidFill>
            <a:schemeClr val="tx1">
              <a:lumMod val="65000"/>
              <a:lumOff val="35000"/>
            </a:schemeClr>
          </a:solidFill>
          <a:uFillTx/>
          <a:latin typeface="+mn-lt"/>
          <a:ea typeface="+mn-ea"/>
          <a:cs typeface="+mn-cs"/>
        </a:defRPr>
      </a:lvl1pPr>
      <a:lvl2pPr marL="685800"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uFillTx/>
          <a:latin typeface="+mn-lt"/>
          <a:ea typeface="+mn-ea"/>
          <a:cs typeface="+mn-cs"/>
        </a:defRPr>
      </a:lvl2pPr>
      <a:lvl3pPr marL="1143000" indent="-228600" algn="l" defTabSz="914400" rtl="0" eaLnBrk="1" fontAlgn="auto" latinLnBrk="0" hangingPunct="1">
        <a:lnSpc>
          <a:spcPct val="120000"/>
        </a:lnSpc>
        <a:spcBef>
          <a:spcPts val="0"/>
        </a:spcBef>
        <a:spcAft>
          <a:spcPts val="600"/>
        </a:spcAft>
        <a:buFont typeface="Arial" panose="020B0604020202020204" pitchFamily="34" charset="0"/>
        <a:buChar char="●"/>
        <a:defRPr sz="1600" u="none" strike="noStrike" kern="1200" cap="none" spc="150" normalizeH="0" baseline="0">
          <a:solidFill>
            <a:schemeClr val="tx1">
              <a:lumMod val="65000"/>
              <a:lumOff val="35000"/>
            </a:schemeClr>
          </a:solidFill>
          <a:uFillTx/>
          <a:latin typeface="+mn-lt"/>
          <a:ea typeface="+mn-ea"/>
          <a:cs typeface="+mn-cs"/>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uFillTx/>
          <a:latin typeface="+mn-lt"/>
          <a:ea typeface="+mn-ea"/>
          <a:cs typeface="+mn-cs"/>
        </a:defRPr>
      </a:lvl4pPr>
      <a:lvl5pPr marL="2057400" indent="-228600" algn="l" defTabSz="914400" rtl="0" eaLnBrk="1" fontAlgn="auto" latinLnBrk="0" hangingPunct="1">
        <a:lnSpc>
          <a:spcPct val="120000"/>
        </a:lnSpc>
        <a:spcBef>
          <a:spcPts val="0"/>
        </a:spcBef>
        <a:spcAft>
          <a:spcPts val="300"/>
        </a:spcAft>
        <a:buFont typeface="Arial" panose="020B0604020202020204" pitchFamily="34" charset="0"/>
        <a:buChar char="•"/>
        <a:defRPr sz="1400" u="none" strike="noStrike" kern="1200" cap="none" spc="150" normalizeH="0" baseline="0">
          <a:solidFill>
            <a:schemeClr val="tx1">
              <a:lumMod val="65000"/>
              <a:lumOff val="35000"/>
            </a:schemeClr>
          </a:solidFill>
          <a:uFillTx/>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tags" Target="../tags/tag125.xml"/></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12.xml"/><Relationship Id="rId1" Type="http://schemas.openxmlformats.org/officeDocument/2006/relationships/tags" Target="../tags/tag12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2" name="Group 51"/>
          <p:cNvGrpSpPr/>
          <p:nvPr/>
        </p:nvGrpSpPr>
        <p:grpSpPr>
          <a:xfrm>
            <a:off x="9144000" y="0"/>
            <a:ext cx="3746500" cy="6921500"/>
            <a:chOff x="14400" y="0"/>
            <a:chExt cx="5900" cy="10900"/>
          </a:xfrm>
        </p:grpSpPr>
        <p:sp>
          <p:nvSpPr>
            <p:cNvPr id="22" name="Rectangle 21"/>
            <p:cNvSpPr/>
            <p:nvPr/>
          </p:nvSpPr>
          <p:spPr>
            <a:xfrm>
              <a:off x="14400" y="0"/>
              <a:ext cx="4820" cy="10900"/>
            </a:xfrm>
            <a:prstGeom prst="rect">
              <a:avLst/>
            </a:prstGeom>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26" name="Isosceles Triangle 25"/>
            <p:cNvSpPr/>
            <p:nvPr/>
          </p:nvSpPr>
          <p:spPr>
            <a:xfrm rot="5400000">
              <a:off x="18400" y="1890"/>
              <a:ext cx="2720" cy="1080"/>
            </a:xfrm>
            <a:prstGeom prst="triangle">
              <a:avLst/>
            </a:prstGeom>
            <a:solidFill>
              <a:srgbClr val="4874CB"/>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30" name="Text Box 29"/>
            <p:cNvSpPr txBox="1"/>
            <p:nvPr/>
          </p:nvSpPr>
          <p:spPr>
            <a:xfrm>
              <a:off x="15928" y="1310"/>
              <a:ext cx="1819" cy="2080"/>
            </a:xfrm>
            <a:prstGeom prst="rect">
              <a:avLst/>
            </a:prstGeom>
            <a:noFill/>
          </p:spPr>
          <p:txBody>
            <a:bodyPr wrap="square" rtlCol="0">
              <a:noAutofit/>
            </a:bodyPr>
            <a:p>
              <a:pPr algn="ctr"/>
              <a:r>
                <a:rPr lang="en-US" sz="6600">
                  <a:solidFill>
                    <a:schemeClr val="bg1"/>
                  </a:solidFill>
                  <a:latin typeface="Comic Sans MS" panose="030F0702030302020204" charset="0"/>
                  <a:cs typeface="Comic Sans MS" panose="030F0702030302020204" charset="0"/>
                </a:rPr>
                <a:t>D</a:t>
              </a:r>
              <a:endParaRPr lang="en-US" sz="6600">
                <a:solidFill>
                  <a:schemeClr val="bg1"/>
                </a:solidFill>
                <a:latin typeface="Comic Sans MS" panose="030F0702030302020204" charset="0"/>
                <a:cs typeface="Comic Sans MS" panose="030F0702030302020204" charset="0"/>
              </a:endParaRPr>
            </a:p>
          </p:txBody>
        </p:sp>
        <p:grpSp>
          <p:nvGrpSpPr>
            <p:cNvPr id="43" name="Group 42"/>
            <p:cNvGrpSpPr/>
            <p:nvPr/>
          </p:nvGrpSpPr>
          <p:grpSpPr>
            <a:xfrm>
              <a:off x="15181" y="3390"/>
              <a:ext cx="3258" cy="3100"/>
              <a:chOff x="752" y="3390"/>
              <a:chExt cx="3258" cy="3100"/>
            </a:xfrm>
          </p:grpSpPr>
          <p:sp>
            <p:nvSpPr>
              <p:cNvPr id="44" name="Text Box 43"/>
              <p:cNvSpPr txBox="1"/>
              <p:nvPr/>
            </p:nvSpPr>
            <p:spPr>
              <a:xfrm>
                <a:off x="752" y="3390"/>
                <a:ext cx="3258" cy="2080"/>
              </a:xfrm>
              <a:prstGeom prst="rect">
                <a:avLst/>
              </a:prstGeom>
              <a:noFill/>
            </p:spPr>
            <p:txBody>
              <a:bodyPr wrap="square" rtlCol="0">
                <a:noAutofit/>
              </a:bodyPr>
              <a:p>
                <a:pPr algn="ctr"/>
                <a:r>
                  <a:rPr lang="en-US" sz="2000">
                    <a:solidFill>
                      <a:schemeClr val="bg1"/>
                    </a:solidFill>
                    <a:latin typeface="Comic Sans MS" panose="030F0702030302020204" charset="0"/>
                    <a:cs typeface="Comic Sans MS" panose="030F0702030302020204" charset="0"/>
                  </a:rPr>
                  <a:t>Perkenalan</a:t>
                </a:r>
                <a:endParaRPr lang="en-US" sz="2000">
                  <a:solidFill>
                    <a:schemeClr val="bg1"/>
                  </a:solidFill>
                  <a:latin typeface="Comic Sans MS" panose="030F0702030302020204" charset="0"/>
                  <a:cs typeface="Comic Sans MS" panose="030F0702030302020204" charset="0"/>
                </a:endParaRPr>
              </a:p>
            </p:txBody>
          </p:sp>
          <p:sp>
            <p:nvSpPr>
              <p:cNvPr id="45" name="Text Box 44"/>
              <p:cNvSpPr txBox="1"/>
              <p:nvPr/>
            </p:nvSpPr>
            <p:spPr>
              <a:xfrm>
                <a:off x="752" y="4410"/>
                <a:ext cx="3258" cy="2080"/>
              </a:xfrm>
              <a:prstGeom prst="rect">
                <a:avLst/>
              </a:prstGeom>
              <a:noFill/>
            </p:spPr>
            <p:txBody>
              <a:bodyPr wrap="square" rtlCol="0">
                <a:noAutofit/>
              </a:bodyPr>
              <a:p>
                <a:pPr algn="ctr"/>
                <a:r>
                  <a:rPr lang="en-US" altLang="en-US" sz="900">
                    <a:solidFill>
                      <a:schemeClr val="bg1"/>
                    </a:solidFill>
                    <a:latin typeface="Comic Sans MS" panose="030F0702030302020204" charset="0"/>
                    <a:cs typeface="Comic Sans MS" panose="030F0702030302020204" charset="0"/>
                  </a:rPr>
                  <a:t>Lorem ipsum dolor sit amet, tempor fugiat velit exercitation qui. Velit non adipiscing fugiat reprehenderit cupidatat duis sed officia excepteur quis ut ullamco. Cillum irure proident aliqua sint anim fugiat in in adipiscing minim in aute.</a:t>
                </a:r>
                <a:endParaRPr lang="en-US" altLang="en-US" sz="900">
                  <a:solidFill>
                    <a:schemeClr val="bg1"/>
                  </a:solidFill>
                  <a:latin typeface="Comic Sans MS" panose="030F0702030302020204" charset="0"/>
                  <a:cs typeface="Comic Sans MS" panose="030F0702030302020204" charset="0"/>
                </a:endParaRPr>
              </a:p>
              <a:p>
                <a:pPr algn="ctr"/>
                <a:endParaRPr lang="en-US" altLang="en-US" sz="900">
                  <a:solidFill>
                    <a:schemeClr val="bg1"/>
                  </a:solidFill>
                  <a:latin typeface="Comic Sans MS" panose="030F0702030302020204" charset="0"/>
                  <a:cs typeface="Comic Sans MS" panose="030F0702030302020204" charset="0"/>
                </a:endParaRPr>
              </a:p>
              <a:p>
                <a:pPr algn="ctr"/>
                <a:r>
                  <a:rPr lang="en-US" altLang="en-US" sz="900">
                    <a:solidFill>
                      <a:schemeClr val="bg1"/>
                    </a:solidFill>
                    <a:latin typeface="Comic Sans MS" panose="030F0702030302020204" charset="0"/>
                    <a:cs typeface="Comic Sans MS" panose="030F0702030302020204" charset="0"/>
                  </a:rPr>
                  <a:t>Tempor ut in voluptate in nulla proident consectetur est do. Magna dolor aliquip consequat nisi ad occaecat laborum qui. Sed in qui elit aliquip sunt elit incididunt proident reprehenderit nostrud deserunt nulla. Consequat esse labore cupidatat enim anim irure do laborum quis. Fugiat nulla exercitation in velit labore et sunt velit do. Aliquip nostrud ullamco id qui commodo laboris labore eiusmod elit nulla ex ut.</a:t>
                </a:r>
                <a:endParaRPr lang="en-US" altLang="en-US" sz="900">
                  <a:solidFill>
                    <a:schemeClr val="bg1"/>
                  </a:solidFill>
                  <a:latin typeface="Comic Sans MS" panose="030F0702030302020204" charset="0"/>
                  <a:cs typeface="Comic Sans MS" panose="030F0702030302020204" charset="0"/>
                </a:endParaRPr>
              </a:p>
              <a:p>
                <a:pPr algn="ctr"/>
                <a:endParaRPr lang="en-US" altLang="en-US" sz="900">
                  <a:solidFill>
                    <a:schemeClr val="bg1"/>
                  </a:solidFill>
                  <a:latin typeface="Comic Sans MS" panose="030F0702030302020204" charset="0"/>
                  <a:cs typeface="Comic Sans MS" panose="030F0702030302020204" charset="0"/>
                </a:endParaRPr>
              </a:p>
            </p:txBody>
          </p:sp>
        </p:grpSp>
      </p:grpSp>
      <p:grpSp>
        <p:nvGrpSpPr>
          <p:cNvPr id="51" name="Group 50"/>
          <p:cNvGrpSpPr/>
          <p:nvPr/>
        </p:nvGrpSpPr>
        <p:grpSpPr>
          <a:xfrm>
            <a:off x="6102350" y="0"/>
            <a:ext cx="3746500" cy="6921500"/>
            <a:chOff x="9610" y="0"/>
            <a:chExt cx="5900" cy="10900"/>
          </a:xfrm>
        </p:grpSpPr>
        <p:sp>
          <p:nvSpPr>
            <p:cNvPr id="21" name="Rectangle 20"/>
            <p:cNvSpPr/>
            <p:nvPr/>
          </p:nvSpPr>
          <p:spPr>
            <a:xfrm>
              <a:off x="9610" y="0"/>
              <a:ext cx="4790" cy="10900"/>
            </a:xfrm>
            <a:prstGeom prst="rect">
              <a:avLst/>
            </a:prstGeom>
            <a:solidFill>
              <a:srgbClr val="00B050"/>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25" name="Isosceles Triangle 24"/>
            <p:cNvSpPr/>
            <p:nvPr/>
          </p:nvSpPr>
          <p:spPr>
            <a:xfrm rot="5400000">
              <a:off x="13610" y="1890"/>
              <a:ext cx="2720" cy="1080"/>
            </a:xfrm>
            <a:prstGeom prst="triangle">
              <a:avLst/>
            </a:prstGeom>
            <a:solidFill>
              <a:srgbClr val="00B050"/>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29" name="Text Box 28"/>
            <p:cNvSpPr txBox="1"/>
            <p:nvPr/>
          </p:nvSpPr>
          <p:spPr>
            <a:xfrm>
              <a:off x="11109" y="1310"/>
              <a:ext cx="1819" cy="2080"/>
            </a:xfrm>
            <a:prstGeom prst="rect">
              <a:avLst/>
            </a:prstGeom>
            <a:noFill/>
          </p:spPr>
          <p:txBody>
            <a:bodyPr wrap="square" rtlCol="0">
              <a:noAutofit/>
            </a:bodyPr>
            <a:p>
              <a:pPr algn="ctr"/>
              <a:r>
                <a:rPr lang="en-US" sz="6600">
                  <a:solidFill>
                    <a:schemeClr val="bg1"/>
                  </a:solidFill>
                  <a:latin typeface="Comic Sans MS" panose="030F0702030302020204" charset="0"/>
                  <a:cs typeface="Comic Sans MS" panose="030F0702030302020204" charset="0"/>
                </a:rPr>
                <a:t>C</a:t>
              </a:r>
              <a:endParaRPr lang="en-US" sz="6600">
                <a:solidFill>
                  <a:schemeClr val="bg1"/>
                </a:solidFill>
                <a:latin typeface="Comic Sans MS" panose="030F0702030302020204" charset="0"/>
                <a:cs typeface="Comic Sans MS" panose="030F0702030302020204" charset="0"/>
              </a:endParaRPr>
            </a:p>
          </p:txBody>
        </p:sp>
        <p:grpSp>
          <p:nvGrpSpPr>
            <p:cNvPr id="46" name="Group 45"/>
            <p:cNvGrpSpPr/>
            <p:nvPr/>
          </p:nvGrpSpPr>
          <p:grpSpPr>
            <a:xfrm>
              <a:off x="10376" y="3390"/>
              <a:ext cx="3258" cy="3100"/>
              <a:chOff x="752" y="3390"/>
              <a:chExt cx="3258" cy="3100"/>
            </a:xfrm>
          </p:grpSpPr>
          <p:sp>
            <p:nvSpPr>
              <p:cNvPr id="47" name="Text Box 46"/>
              <p:cNvSpPr txBox="1"/>
              <p:nvPr/>
            </p:nvSpPr>
            <p:spPr>
              <a:xfrm>
                <a:off x="752" y="3390"/>
                <a:ext cx="3258" cy="2080"/>
              </a:xfrm>
              <a:prstGeom prst="rect">
                <a:avLst/>
              </a:prstGeom>
              <a:noFill/>
            </p:spPr>
            <p:txBody>
              <a:bodyPr wrap="square" rtlCol="0">
                <a:noAutofit/>
              </a:bodyPr>
              <a:p>
                <a:pPr algn="ctr"/>
                <a:r>
                  <a:rPr lang="en-US" sz="2000">
                    <a:solidFill>
                      <a:schemeClr val="bg1"/>
                    </a:solidFill>
                    <a:latin typeface="Comic Sans MS" panose="030F0702030302020204" charset="0"/>
                    <a:cs typeface="Comic Sans MS" panose="030F0702030302020204" charset="0"/>
                  </a:rPr>
                  <a:t>Perkenalan</a:t>
                </a:r>
                <a:endParaRPr lang="en-US" sz="2000">
                  <a:solidFill>
                    <a:schemeClr val="bg1"/>
                  </a:solidFill>
                  <a:latin typeface="Comic Sans MS" panose="030F0702030302020204" charset="0"/>
                  <a:cs typeface="Comic Sans MS" panose="030F0702030302020204" charset="0"/>
                </a:endParaRPr>
              </a:p>
            </p:txBody>
          </p:sp>
          <p:sp>
            <p:nvSpPr>
              <p:cNvPr id="48" name="Text Box 47"/>
              <p:cNvSpPr txBox="1"/>
              <p:nvPr/>
            </p:nvSpPr>
            <p:spPr>
              <a:xfrm>
                <a:off x="752" y="4410"/>
                <a:ext cx="3258" cy="2080"/>
              </a:xfrm>
              <a:prstGeom prst="rect">
                <a:avLst/>
              </a:prstGeom>
              <a:noFill/>
            </p:spPr>
            <p:txBody>
              <a:bodyPr wrap="square" rtlCol="0">
                <a:noAutofit/>
              </a:bodyPr>
              <a:p>
                <a:pPr algn="ctr"/>
                <a:r>
                  <a:rPr lang="en-US" altLang="en-US" sz="900">
                    <a:solidFill>
                      <a:schemeClr val="bg1"/>
                    </a:solidFill>
                    <a:latin typeface="Comic Sans MS" panose="030F0702030302020204" charset="0"/>
                    <a:cs typeface="Comic Sans MS" panose="030F0702030302020204" charset="0"/>
                  </a:rPr>
                  <a:t>Lorem ipsum dolor sit amet, tempor fugiat velit exercitation qui. Velit non adipiscing fugiat reprehenderit cupidatat duis sed officia excepteur quis ut ullamco. Cillum irure proident aliqua sint anim fugiat in in adipiscing minim in aute.</a:t>
                </a:r>
                <a:endParaRPr lang="en-US" altLang="en-US" sz="900">
                  <a:solidFill>
                    <a:schemeClr val="bg1"/>
                  </a:solidFill>
                  <a:latin typeface="Comic Sans MS" panose="030F0702030302020204" charset="0"/>
                  <a:cs typeface="Comic Sans MS" panose="030F0702030302020204" charset="0"/>
                </a:endParaRPr>
              </a:p>
              <a:p>
                <a:pPr algn="ctr"/>
                <a:endParaRPr lang="en-US" altLang="en-US" sz="900">
                  <a:solidFill>
                    <a:schemeClr val="bg1"/>
                  </a:solidFill>
                  <a:latin typeface="Comic Sans MS" panose="030F0702030302020204" charset="0"/>
                  <a:cs typeface="Comic Sans MS" panose="030F0702030302020204" charset="0"/>
                </a:endParaRPr>
              </a:p>
              <a:p>
                <a:pPr algn="ctr"/>
                <a:r>
                  <a:rPr lang="en-US" altLang="en-US" sz="900">
                    <a:solidFill>
                      <a:schemeClr val="bg1"/>
                    </a:solidFill>
                    <a:latin typeface="Comic Sans MS" panose="030F0702030302020204" charset="0"/>
                    <a:cs typeface="Comic Sans MS" panose="030F0702030302020204" charset="0"/>
                  </a:rPr>
                  <a:t>Tempor ut in voluptate in nulla proident consectetur est do. Magna dolor aliquip consequat nisi ad occaecat laborum qui. Sed in qui elit aliquip sunt elit incididunt proident reprehenderit nostrud deserunt nulla. Consequat esse labore cupidatat enim anim irure do laborum quis. Fugiat nulla exercitation in velit labore et sunt velit do. Aliquip nostrud ullamco id qui commodo laboris labore eiusmod elit nulla ex ut.</a:t>
                </a:r>
                <a:endParaRPr lang="en-US" altLang="en-US" sz="900">
                  <a:solidFill>
                    <a:schemeClr val="bg1"/>
                  </a:solidFill>
                  <a:latin typeface="Comic Sans MS" panose="030F0702030302020204" charset="0"/>
                  <a:cs typeface="Comic Sans MS" panose="030F0702030302020204" charset="0"/>
                </a:endParaRPr>
              </a:p>
              <a:p>
                <a:pPr algn="ctr"/>
                <a:endParaRPr lang="en-US" altLang="en-US" sz="900">
                  <a:solidFill>
                    <a:schemeClr val="bg1"/>
                  </a:solidFill>
                  <a:latin typeface="Comic Sans MS" panose="030F0702030302020204" charset="0"/>
                  <a:cs typeface="Comic Sans MS" panose="030F0702030302020204" charset="0"/>
                </a:endParaRPr>
              </a:p>
            </p:txBody>
          </p:sp>
        </p:grpSp>
      </p:grpSp>
      <p:grpSp>
        <p:nvGrpSpPr>
          <p:cNvPr id="50" name="Group 49"/>
          <p:cNvGrpSpPr/>
          <p:nvPr/>
        </p:nvGrpSpPr>
        <p:grpSpPr>
          <a:xfrm>
            <a:off x="3041650" y="0"/>
            <a:ext cx="3746500" cy="6921500"/>
            <a:chOff x="4790" y="0"/>
            <a:chExt cx="5900" cy="10900"/>
          </a:xfrm>
        </p:grpSpPr>
        <p:sp>
          <p:nvSpPr>
            <p:cNvPr id="20" name="Rectangle 19"/>
            <p:cNvSpPr/>
            <p:nvPr/>
          </p:nvSpPr>
          <p:spPr>
            <a:xfrm>
              <a:off x="4790" y="0"/>
              <a:ext cx="4820" cy="10900"/>
            </a:xfrm>
            <a:prstGeom prst="rect">
              <a:avLst/>
            </a:prstGeom>
            <a:solidFill>
              <a:schemeClr val="accent3">
                <a:lumMod val="75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24" name="Isosceles Triangle 23"/>
            <p:cNvSpPr/>
            <p:nvPr/>
          </p:nvSpPr>
          <p:spPr>
            <a:xfrm rot="5400000">
              <a:off x="8790" y="1890"/>
              <a:ext cx="2720" cy="1080"/>
            </a:xfrm>
            <a:prstGeom prst="triangle">
              <a:avLst/>
            </a:prstGeom>
            <a:solidFill>
              <a:srgbClr val="B68C02"/>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28" name="Text Box 27"/>
            <p:cNvSpPr txBox="1"/>
            <p:nvPr/>
          </p:nvSpPr>
          <p:spPr>
            <a:xfrm>
              <a:off x="6290" y="1310"/>
              <a:ext cx="1819" cy="2080"/>
            </a:xfrm>
            <a:prstGeom prst="rect">
              <a:avLst/>
            </a:prstGeom>
            <a:noFill/>
          </p:spPr>
          <p:txBody>
            <a:bodyPr wrap="square" rtlCol="0">
              <a:noAutofit/>
            </a:bodyPr>
            <a:p>
              <a:pPr algn="ctr"/>
              <a:r>
                <a:rPr lang="en-US" sz="6600">
                  <a:solidFill>
                    <a:schemeClr val="bg1"/>
                  </a:solidFill>
                  <a:latin typeface="Comic Sans MS" panose="030F0702030302020204" charset="0"/>
                  <a:cs typeface="Comic Sans MS" panose="030F0702030302020204" charset="0"/>
                </a:rPr>
                <a:t>B</a:t>
              </a:r>
              <a:endParaRPr lang="en-US" sz="6600">
                <a:solidFill>
                  <a:schemeClr val="bg1"/>
                </a:solidFill>
                <a:latin typeface="Comic Sans MS" panose="030F0702030302020204" charset="0"/>
                <a:cs typeface="Comic Sans MS" panose="030F0702030302020204" charset="0"/>
              </a:endParaRPr>
            </a:p>
          </p:txBody>
        </p:sp>
        <p:grpSp>
          <p:nvGrpSpPr>
            <p:cNvPr id="40" name="Group 39"/>
            <p:cNvGrpSpPr/>
            <p:nvPr/>
          </p:nvGrpSpPr>
          <p:grpSpPr>
            <a:xfrm>
              <a:off x="5571" y="3390"/>
              <a:ext cx="3258" cy="3100"/>
              <a:chOff x="752" y="3390"/>
              <a:chExt cx="3258" cy="3100"/>
            </a:xfrm>
          </p:grpSpPr>
          <p:sp>
            <p:nvSpPr>
              <p:cNvPr id="41" name="Text Box 40"/>
              <p:cNvSpPr txBox="1"/>
              <p:nvPr/>
            </p:nvSpPr>
            <p:spPr>
              <a:xfrm>
                <a:off x="752" y="3390"/>
                <a:ext cx="3258" cy="2080"/>
              </a:xfrm>
              <a:prstGeom prst="rect">
                <a:avLst/>
              </a:prstGeom>
              <a:noFill/>
            </p:spPr>
            <p:txBody>
              <a:bodyPr wrap="square" rtlCol="0">
                <a:noAutofit/>
              </a:bodyPr>
              <a:p>
                <a:pPr algn="ctr"/>
                <a:r>
                  <a:rPr lang="en-US" sz="2000">
                    <a:solidFill>
                      <a:schemeClr val="bg1"/>
                    </a:solidFill>
                    <a:latin typeface="Comic Sans MS" panose="030F0702030302020204" charset="0"/>
                    <a:cs typeface="Comic Sans MS" panose="030F0702030302020204" charset="0"/>
                  </a:rPr>
                  <a:t>Perkenalan</a:t>
                </a:r>
                <a:endParaRPr lang="en-US" sz="2000">
                  <a:solidFill>
                    <a:schemeClr val="bg1"/>
                  </a:solidFill>
                  <a:latin typeface="Comic Sans MS" panose="030F0702030302020204" charset="0"/>
                  <a:cs typeface="Comic Sans MS" panose="030F0702030302020204" charset="0"/>
                </a:endParaRPr>
              </a:p>
            </p:txBody>
          </p:sp>
          <p:sp>
            <p:nvSpPr>
              <p:cNvPr id="42" name="Text Box 41"/>
              <p:cNvSpPr txBox="1"/>
              <p:nvPr/>
            </p:nvSpPr>
            <p:spPr>
              <a:xfrm>
                <a:off x="752" y="4410"/>
                <a:ext cx="3258" cy="2080"/>
              </a:xfrm>
              <a:prstGeom prst="rect">
                <a:avLst/>
              </a:prstGeom>
              <a:noFill/>
            </p:spPr>
            <p:txBody>
              <a:bodyPr wrap="square" rtlCol="0">
                <a:noAutofit/>
              </a:bodyPr>
              <a:p>
                <a:pPr algn="ctr"/>
                <a:r>
                  <a:rPr lang="en-US" altLang="en-US" sz="900">
                    <a:solidFill>
                      <a:schemeClr val="bg1"/>
                    </a:solidFill>
                    <a:latin typeface="Comic Sans MS" panose="030F0702030302020204" charset="0"/>
                    <a:cs typeface="Comic Sans MS" panose="030F0702030302020204" charset="0"/>
                  </a:rPr>
                  <a:t>Lorem ipsum dolor sit amet, tempor fugiat velit exercitation qui. Velit non adipiscing fugiat reprehenderit cupidatat duis sed officia excepteur quis ut ullamco. Cillum irure proident aliqua sint anim fugiat in in adipiscing minim in aute.</a:t>
                </a:r>
                <a:endParaRPr lang="en-US" altLang="en-US" sz="900">
                  <a:solidFill>
                    <a:schemeClr val="bg1"/>
                  </a:solidFill>
                  <a:latin typeface="Comic Sans MS" panose="030F0702030302020204" charset="0"/>
                  <a:cs typeface="Comic Sans MS" panose="030F0702030302020204" charset="0"/>
                </a:endParaRPr>
              </a:p>
              <a:p>
                <a:pPr algn="ctr"/>
                <a:endParaRPr lang="en-US" altLang="en-US" sz="900">
                  <a:solidFill>
                    <a:schemeClr val="bg1"/>
                  </a:solidFill>
                  <a:latin typeface="Comic Sans MS" panose="030F0702030302020204" charset="0"/>
                  <a:cs typeface="Comic Sans MS" panose="030F0702030302020204" charset="0"/>
                </a:endParaRPr>
              </a:p>
              <a:p>
                <a:pPr algn="ctr"/>
                <a:r>
                  <a:rPr lang="en-US" altLang="en-US" sz="900">
                    <a:solidFill>
                      <a:schemeClr val="bg1"/>
                    </a:solidFill>
                    <a:latin typeface="Comic Sans MS" panose="030F0702030302020204" charset="0"/>
                    <a:cs typeface="Comic Sans MS" panose="030F0702030302020204" charset="0"/>
                  </a:rPr>
                  <a:t>Tempor ut in voluptate in nulla proident consectetur est do. Magna dolor aliquip consequat nisi ad occaecat laborum qui. Sed in qui elit aliquip sunt elit incididunt proident reprehenderit nostrud deserunt nulla. Consequat esse labore cupidatat enim anim irure do laborum quis. Fugiat nulla exercitation in velit labore et sunt velit do. Aliquip nostrud ullamco id qui commodo laboris labore eiusmod elit nulla ex ut.</a:t>
                </a:r>
                <a:endParaRPr lang="en-US" altLang="en-US" sz="900">
                  <a:solidFill>
                    <a:schemeClr val="bg1"/>
                  </a:solidFill>
                  <a:latin typeface="Comic Sans MS" panose="030F0702030302020204" charset="0"/>
                  <a:cs typeface="Comic Sans MS" panose="030F0702030302020204" charset="0"/>
                </a:endParaRPr>
              </a:p>
              <a:p>
                <a:pPr algn="ctr"/>
                <a:endParaRPr lang="en-US" altLang="en-US" sz="900">
                  <a:solidFill>
                    <a:schemeClr val="bg1"/>
                  </a:solidFill>
                  <a:latin typeface="Comic Sans MS" panose="030F0702030302020204" charset="0"/>
                  <a:cs typeface="Comic Sans MS" panose="030F0702030302020204" charset="0"/>
                </a:endParaRPr>
              </a:p>
            </p:txBody>
          </p:sp>
        </p:grpSp>
      </p:grpSp>
      <p:grpSp>
        <p:nvGrpSpPr>
          <p:cNvPr id="49" name="Group 48"/>
          <p:cNvGrpSpPr/>
          <p:nvPr/>
        </p:nvGrpSpPr>
        <p:grpSpPr>
          <a:xfrm>
            <a:off x="-19050" y="0"/>
            <a:ext cx="3746500" cy="6921500"/>
            <a:chOff x="-30" y="0"/>
            <a:chExt cx="5900" cy="10900"/>
          </a:xfrm>
        </p:grpSpPr>
        <p:sp>
          <p:nvSpPr>
            <p:cNvPr id="19" name="Rectangle 18"/>
            <p:cNvSpPr/>
            <p:nvPr/>
          </p:nvSpPr>
          <p:spPr>
            <a:xfrm>
              <a:off x="-30" y="0"/>
              <a:ext cx="4820" cy="10900"/>
            </a:xfrm>
            <a:prstGeom prst="rect">
              <a:avLst/>
            </a:prstGeom>
            <a:solidFill>
              <a:srgbClr val="FF0000"/>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23" name="Isosceles Triangle 22"/>
            <p:cNvSpPr/>
            <p:nvPr/>
          </p:nvSpPr>
          <p:spPr>
            <a:xfrm rot="5400000">
              <a:off x="3970" y="2130"/>
              <a:ext cx="2720" cy="1080"/>
            </a:xfrm>
            <a:prstGeom prst="triangle">
              <a:avLst/>
            </a:prstGeom>
            <a:solidFill>
              <a:srgbClr val="FF0000"/>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27" name="Text Box 26"/>
            <p:cNvSpPr txBox="1"/>
            <p:nvPr/>
          </p:nvSpPr>
          <p:spPr>
            <a:xfrm>
              <a:off x="1471" y="1310"/>
              <a:ext cx="1819" cy="2080"/>
            </a:xfrm>
            <a:prstGeom prst="rect">
              <a:avLst/>
            </a:prstGeom>
            <a:noFill/>
          </p:spPr>
          <p:txBody>
            <a:bodyPr wrap="square" rtlCol="0">
              <a:noAutofit/>
            </a:bodyPr>
            <a:p>
              <a:pPr algn="ctr"/>
              <a:r>
                <a:rPr lang="en-US" sz="6600">
                  <a:solidFill>
                    <a:schemeClr val="bg1"/>
                  </a:solidFill>
                  <a:latin typeface="Comic Sans MS" panose="030F0702030302020204" charset="0"/>
                  <a:cs typeface="Comic Sans MS" panose="030F0702030302020204" charset="0"/>
                </a:rPr>
                <a:t>A</a:t>
              </a:r>
              <a:endParaRPr lang="en-US" sz="6600">
                <a:solidFill>
                  <a:schemeClr val="bg1"/>
                </a:solidFill>
                <a:latin typeface="Comic Sans MS" panose="030F0702030302020204" charset="0"/>
                <a:cs typeface="Comic Sans MS" panose="030F0702030302020204" charset="0"/>
              </a:endParaRPr>
            </a:p>
          </p:txBody>
        </p:sp>
        <p:grpSp>
          <p:nvGrpSpPr>
            <p:cNvPr id="39" name="Group 38"/>
            <p:cNvGrpSpPr/>
            <p:nvPr/>
          </p:nvGrpSpPr>
          <p:grpSpPr>
            <a:xfrm>
              <a:off x="752" y="3390"/>
              <a:ext cx="3258" cy="3100"/>
              <a:chOff x="752" y="3390"/>
              <a:chExt cx="3258" cy="3100"/>
            </a:xfrm>
          </p:grpSpPr>
          <p:sp>
            <p:nvSpPr>
              <p:cNvPr id="31" name="Text Box 30"/>
              <p:cNvSpPr txBox="1"/>
              <p:nvPr/>
            </p:nvSpPr>
            <p:spPr>
              <a:xfrm>
                <a:off x="752" y="3390"/>
                <a:ext cx="3258" cy="2080"/>
              </a:xfrm>
              <a:prstGeom prst="rect">
                <a:avLst/>
              </a:prstGeom>
              <a:noFill/>
            </p:spPr>
            <p:txBody>
              <a:bodyPr wrap="square" rtlCol="0">
                <a:noAutofit/>
              </a:bodyPr>
              <a:p>
                <a:pPr algn="ctr"/>
                <a:r>
                  <a:rPr lang="en-US" sz="2000">
                    <a:solidFill>
                      <a:schemeClr val="bg1"/>
                    </a:solidFill>
                    <a:latin typeface="Comic Sans MS" panose="030F0702030302020204" charset="0"/>
                    <a:cs typeface="Comic Sans MS" panose="030F0702030302020204" charset="0"/>
                  </a:rPr>
                  <a:t>Perkenalan</a:t>
                </a:r>
                <a:endParaRPr lang="en-US" sz="2000">
                  <a:solidFill>
                    <a:schemeClr val="bg1"/>
                  </a:solidFill>
                  <a:latin typeface="Comic Sans MS" panose="030F0702030302020204" charset="0"/>
                  <a:cs typeface="Comic Sans MS" panose="030F0702030302020204" charset="0"/>
                </a:endParaRPr>
              </a:p>
            </p:txBody>
          </p:sp>
          <p:sp>
            <p:nvSpPr>
              <p:cNvPr id="32" name="Text Box 31"/>
              <p:cNvSpPr txBox="1"/>
              <p:nvPr/>
            </p:nvSpPr>
            <p:spPr>
              <a:xfrm>
                <a:off x="752" y="4410"/>
                <a:ext cx="3258" cy="2080"/>
              </a:xfrm>
              <a:prstGeom prst="rect">
                <a:avLst/>
              </a:prstGeom>
              <a:noFill/>
            </p:spPr>
            <p:txBody>
              <a:bodyPr wrap="square" rtlCol="0">
                <a:noAutofit/>
              </a:bodyPr>
              <a:p>
                <a:pPr algn="ctr"/>
                <a:r>
                  <a:rPr lang="en-US" altLang="en-US" sz="900">
                    <a:solidFill>
                      <a:schemeClr val="bg1"/>
                    </a:solidFill>
                    <a:latin typeface="Comic Sans MS" panose="030F0702030302020204" charset="0"/>
                    <a:cs typeface="Comic Sans MS" panose="030F0702030302020204" charset="0"/>
                  </a:rPr>
                  <a:t>Lorem ipsum dolor sit amet, tempor fugiat velit exercitation qui. Velit non adipiscing fugiat reprehenderit cupidatat duis sed officia excepteur quis ut ullamco. Cillum irure proident aliqua sint anim fugiat in in adipiscing minim in aute.</a:t>
                </a:r>
                <a:endParaRPr lang="en-US" altLang="en-US" sz="900">
                  <a:solidFill>
                    <a:schemeClr val="bg1"/>
                  </a:solidFill>
                  <a:latin typeface="Comic Sans MS" panose="030F0702030302020204" charset="0"/>
                  <a:cs typeface="Comic Sans MS" panose="030F0702030302020204" charset="0"/>
                </a:endParaRPr>
              </a:p>
              <a:p>
                <a:pPr algn="ctr"/>
                <a:endParaRPr lang="en-US" altLang="en-US" sz="900">
                  <a:solidFill>
                    <a:schemeClr val="bg1"/>
                  </a:solidFill>
                  <a:latin typeface="Comic Sans MS" panose="030F0702030302020204" charset="0"/>
                  <a:cs typeface="Comic Sans MS" panose="030F0702030302020204" charset="0"/>
                </a:endParaRPr>
              </a:p>
              <a:p>
                <a:pPr algn="ctr"/>
                <a:r>
                  <a:rPr lang="en-US" altLang="en-US" sz="900">
                    <a:solidFill>
                      <a:schemeClr val="bg1"/>
                    </a:solidFill>
                    <a:latin typeface="Comic Sans MS" panose="030F0702030302020204" charset="0"/>
                    <a:cs typeface="Comic Sans MS" panose="030F0702030302020204" charset="0"/>
                  </a:rPr>
                  <a:t>Tempor ut in voluptate in nulla proident consectetur est do. Magna dolor aliquip consequat nisi ad occaecat laborum qui. Sed in qui elit aliquip sunt elit incididunt proident reprehenderit nostrud deserunt nulla. Consequat esse labore cupidatat enim anim irure do laborum quis. Fugiat nulla exercitation in velit labore et sunt velit do. Aliquip nostrud ullamco id qui commodo laboris labore eiusmod elit nulla ex ut.</a:t>
                </a:r>
                <a:endParaRPr lang="en-US" altLang="en-US" sz="900">
                  <a:solidFill>
                    <a:schemeClr val="bg1"/>
                  </a:solidFill>
                  <a:latin typeface="Comic Sans MS" panose="030F0702030302020204" charset="0"/>
                  <a:cs typeface="Comic Sans MS" panose="030F0702030302020204" charset="0"/>
                </a:endParaRPr>
              </a:p>
              <a:p>
                <a:pPr algn="ctr"/>
                <a:endParaRPr lang="en-US" altLang="en-US" sz="900">
                  <a:solidFill>
                    <a:schemeClr val="bg1"/>
                  </a:solidFill>
                  <a:latin typeface="Comic Sans MS" panose="030F0702030302020204" charset="0"/>
                  <a:cs typeface="Comic Sans MS" panose="030F0702030302020204" charset="0"/>
                </a:endParaRPr>
              </a:p>
            </p:txBody>
          </p:sp>
        </p:grpSp>
      </p:grpSp>
    </p:spTree>
    <p:custDataLst>
      <p:tags r:id="rId1"/>
    </p:custData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2" name="D"/>
          <p:cNvGrpSpPr/>
          <p:nvPr/>
        </p:nvGrpSpPr>
        <p:grpSpPr>
          <a:xfrm>
            <a:off x="9144000" y="0"/>
            <a:ext cx="3746500" cy="6921500"/>
            <a:chOff x="14400" y="0"/>
            <a:chExt cx="5900" cy="10900"/>
          </a:xfrm>
        </p:grpSpPr>
        <p:sp>
          <p:nvSpPr>
            <p:cNvPr id="22" name="Rectangle 21"/>
            <p:cNvSpPr/>
            <p:nvPr/>
          </p:nvSpPr>
          <p:spPr>
            <a:xfrm>
              <a:off x="14400" y="0"/>
              <a:ext cx="4820" cy="10900"/>
            </a:xfrm>
            <a:prstGeom prst="rect">
              <a:avLst/>
            </a:prstGeom>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26" name="Isosceles Triangle 25"/>
            <p:cNvSpPr/>
            <p:nvPr/>
          </p:nvSpPr>
          <p:spPr>
            <a:xfrm rot="5400000">
              <a:off x="18400" y="1890"/>
              <a:ext cx="2720" cy="1080"/>
            </a:xfrm>
            <a:prstGeom prst="triangle">
              <a:avLst/>
            </a:prstGeom>
            <a:solidFill>
              <a:srgbClr val="4874CB"/>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30" name="Text Box 29"/>
            <p:cNvSpPr txBox="1"/>
            <p:nvPr/>
          </p:nvSpPr>
          <p:spPr>
            <a:xfrm>
              <a:off x="15928" y="1310"/>
              <a:ext cx="1819" cy="2080"/>
            </a:xfrm>
            <a:prstGeom prst="rect">
              <a:avLst/>
            </a:prstGeom>
            <a:noFill/>
          </p:spPr>
          <p:txBody>
            <a:bodyPr wrap="square" rtlCol="0">
              <a:noAutofit/>
            </a:bodyPr>
            <a:p>
              <a:pPr algn="ctr"/>
              <a:r>
                <a:rPr lang="en-US" sz="6600">
                  <a:solidFill>
                    <a:schemeClr val="bg1"/>
                  </a:solidFill>
                  <a:latin typeface="Comic Sans MS" panose="030F0702030302020204" charset="0"/>
                  <a:cs typeface="Comic Sans MS" panose="030F0702030302020204" charset="0"/>
                </a:rPr>
                <a:t>D</a:t>
              </a:r>
              <a:endParaRPr lang="en-US" sz="6600">
                <a:solidFill>
                  <a:schemeClr val="bg1"/>
                </a:solidFill>
                <a:latin typeface="Comic Sans MS" panose="030F0702030302020204" charset="0"/>
                <a:cs typeface="Comic Sans MS" panose="030F0702030302020204" charset="0"/>
              </a:endParaRPr>
            </a:p>
          </p:txBody>
        </p:sp>
        <p:grpSp>
          <p:nvGrpSpPr>
            <p:cNvPr id="43" name="Group 42"/>
            <p:cNvGrpSpPr/>
            <p:nvPr/>
          </p:nvGrpSpPr>
          <p:grpSpPr>
            <a:xfrm>
              <a:off x="15181" y="3390"/>
              <a:ext cx="3258" cy="3100"/>
              <a:chOff x="752" y="3390"/>
              <a:chExt cx="3258" cy="3100"/>
            </a:xfrm>
          </p:grpSpPr>
          <p:sp>
            <p:nvSpPr>
              <p:cNvPr id="44" name="Text Box 43"/>
              <p:cNvSpPr txBox="1"/>
              <p:nvPr/>
            </p:nvSpPr>
            <p:spPr>
              <a:xfrm>
                <a:off x="752" y="3390"/>
                <a:ext cx="3258" cy="2080"/>
              </a:xfrm>
              <a:prstGeom prst="rect">
                <a:avLst/>
              </a:prstGeom>
              <a:noFill/>
            </p:spPr>
            <p:txBody>
              <a:bodyPr wrap="square" rtlCol="0">
                <a:noAutofit/>
              </a:bodyPr>
              <a:p>
                <a:pPr algn="ctr"/>
                <a:r>
                  <a:rPr lang="en-US" sz="2000">
                    <a:solidFill>
                      <a:schemeClr val="bg1"/>
                    </a:solidFill>
                    <a:latin typeface="Comic Sans MS" panose="030F0702030302020204" charset="0"/>
                    <a:cs typeface="Comic Sans MS" panose="030F0702030302020204" charset="0"/>
                  </a:rPr>
                  <a:t>Perkenalan</a:t>
                </a:r>
                <a:endParaRPr lang="en-US" sz="2000">
                  <a:solidFill>
                    <a:schemeClr val="bg1"/>
                  </a:solidFill>
                  <a:latin typeface="Comic Sans MS" panose="030F0702030302020204" charset="0"/>
                  <a:cs typeface="Comic Sans MS" panose="030F0702030302020204" charset="0"/>
                </a:endParaRPr>
              </a:p>
            </p:txBody>
          </p:sp>
          <p:sp>
            <p:nvSpPr>
              <p:cNvPr id="45" name="Text Box 44"/>
              <p:cNvSpPr txBox="1"/>
              <p:nvPr/>
            </p:nvSpPr>
            <p:spPr>
              <a:xfrm>
                <a:off x="752" y="4410"/>
                <a:ext cx="3258" cy="2080"/>
              </a:xfrm>
              <a:prstGeom prst="rect">
                <a:avLst/>
              </a:prstGeom>
              <a:noFill/>
            </p:spPr>
            <p:txBody>
              <a:bodyPr wrap="square" rtlCol="0">
                <a:noAutofit/>
              </a:bodyPr>
              <a:p>
                <a:pPr algn="ctr"/>
                <a:r>
                  <a:rPr lang="en-US" altLang="en-US" sz="900">
                    <a:solidFill>
                      <a:schemeClr val="bg1"/>
                    </a:solidFill>
                    <a:latin typeface="Comic Sans MS" panose="030F0702030302020204" charset="0"/>
                    <a:cs typeface="Comic Sans MS" panose="030F0702030302020204" charset="0"/>
                  </a:rPr>
                  <a:t>Lorem ipsum dolor sit amet, tempor fugiat velit exercitation qui. Velit non adipiscing fugiat reprehenderit cupidatat duis sed officia excepteur quis ut ullamco. Cillum irure proident aliqua sint anim fugiat in in adipiscing minim in aute.</a:t>
                </a:r>
                <a:endParaRPr lang="en-US" altLang="en-US" sz="900">
                  <a:solidFill>
                    <a:schemeClr val="bg1"/>
                  </a:solidFill>
                  <a:latin typeface="Comic Sans MS" panose="030F0702030302020204" charset="0"/>
                  <a:cs typeface="Comic Sans MS" panose="030F0702030302020204" charset="0"/>
                </a:endParaRPr>
              </a:p>
              <a:p>
                <a:pPr algn="ctr"/>
                <a:endParaRPr lang="en-US" altLang="en-US" sz="900">
                  <a:solidFill>
                    <a:schemeClr val="bg1"/>
                  </a:solidFill>
                  <a:latin typeface="Comic Sans MS" panose="030F0702030302020204" charset="0"/>
                  <a:cs typeface="Comic Sans MS" panose="030F0702030302020204" charset="0"/>
                </a:endParaRPr>
              </a:p>
              <a:p>
                <a:pPr algn="ctr"/>
                <a:r>
                  <a:rPr lang="en-US" altLang="en-US" sz="900">
                    <a:solidFill>
                      <a:schemeClr val="bg1"/>
                    </a:solidFill>
                    <a:latin typeface="Comic Sans MS" panose="030F0702030302020204" charset="0"/>
                    <a:cs typeface="Comic Sans MS" panose="030F0702030302020204" charset="0"/>
                  </a:rPr>
                  <a:t>Tempor ut in voluptate in nulla proident consectetur est do. Magna dolor aliquip consequat nisi ad occaecat laborum qui. Sed in qui elit aliquip sunt elit incididunt proident reprehenderit nostrud deserunt nulla. Consequat esse labore cupidatat enim anim irure do laborum quis. Fugiat nulla exercitation in velit labore et sunt velit do. Aliquip nostrud ullamco id qui commodo laboris labore eiusmod elit nulla ex ut.</a:t>
                </a:r>
                <a:endParaRPr lang="en-US" altLang="en-US" sz="900">
                  <a:solidFill>
                    <a:schemeClr val="bg1"/>
                  </a:solidFill>
                  <a:latin typeface="Comic Sans MS" panose="030F0702030302020204" charset="0"/>
                  <a:cs typeface="Comic Sans MS" panose="030F0702030302020204" charset="0"/>
                </a:endParaRPr>
              </a:p>
              <a:p>
                <a:pPr algn="ctr"/>
                <a:endParaRPr lang="en-US" altLang="en-US" sz="900">
                  <a:solidFill>
                    <a:schemeClr val="bg1"/>
                  </a:solidFill>
                  <a:latin typeface="Comic Sans MS" panose="030F0702030302020204" charset="0"/>
                  <a:cs typeface="Comic Sans MS" panose="030F0702030302020204" charset="0"/>
                </a:endParaRPr>
              </a:p>
            </p:txBody>
          </p:sp>
        </p:grpSp>
      </p:grpSp>
      <p:grpSp>
        <p:nvGrpSpPr>
          <p:cNvPr id="51" name="C"/>
          <p:cNvGrpSpPr/>
          <p:nvPr/>
        </p:nvGrpSpPr>
        <p:grpSpPr>
          <a:xfrm>
            <a:off x="6102350" y="0"/>
            <a:ext cx="3746500" cy="6921500"/>
            <a:chOff x="9610" y="0"/>
            <a:chExt cx="5900" cy="10900"/>
          </a:xfrm>
        </p:grpSpPr>
        <p:sp>
          <p:nvSpPr>
            <p:cNvPr id="21" name="Rectangle 20"/>
            <p:cNvSpPr/>
            <p:nvPr/>
          </p:nvSpPr>
          <p:spPr>
            <a:xfrm>
              <a:off x="9610" y="0"/>
              <a:ext cx="4790" cy="10900"/>
            </a:xfrm>
            <a:prstGeom prst="rect">
              <a:avLst/>
            </a:prstGeom>
            <a:solidFill>
              <a:srgbClr val="00B050"/>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25" name="Isosceles Triangle 24"/>
            <p:cNvSpPr/>
            <p:nvPr/>
          </p:nvSpPr>
          <p:spPr>
            <a:xfrm rot="5400000">
              <a:off x="13610" y="1890"/>
              <a:ext cx="2720" cy="1080"/>
            </a:xfrm>
            <a:prstGeom prst="triangle">
              <a:avLst/>
            </a:prstGeom>
            <a:solidFill>
              <a:srgbClr val="00B050"/>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29" name="Text Box 28"/>
            <p:cNvSpPr txBox="1"/>
            <p:nvPr/>
          </p:nvSpPr>
          <p:spPr>
            <a:xfrm>
              <a:off x="11109" y="1310"/>
              <a:ext cx="1819" cy="2080"/>
            </a:xfrm>
            <a:prstGeom prst="rect">
              <a:avLst/>
            </a:prstGeom>
            <a:noFill/>
          </p:spPr>
          <p:txBody>
            <a:bodyPr wrap="square" rtlCol="0">
              <a:noAutofit/>
            </a:bodyPr>
            <a:p>
              <a:pPr algn="ctr"/>
              <a:r>
                <a:rPr lang="en-US" sz="6600">
                  <a:solidFill>
                    <a:schemeClr val="bg1"/>
                  </a:solidFill>
                  <a:latin typeface="Comic Sans MS" panose="030F0702030302020204" charset="0"/>
                  <a:cs typeface="Comic Sans MS" panose="030F0702030302020204" charset="0"/>
                </a:rPr>
                <a:t>C</a:t>
              </a:r>
              <a:endParaRPr lang="en-US" sz="6600">
                <a:solidFill>
                  <a:schemeClr val="bg1"/>
                </a:solidFill>
                <a:latin typeface="Comic Sans MS" panose="030F0702030302020204" charset="0"/>
                <a:cs typeface="Comic Sans MS" panose="030F0702030302020204" charset="0"/>
              </a:endParaRPr>
            </a:p>
          </p:txBody>
        </p:sp>
        <p:grpSp>
          <p:nvGrpSpPr>
            <p:cNvPr id="46" name="Group 45"/>
            <p:cNvGrpSpPr/>
            <p:nvPr/>
          </p:nvGrpSpPr>
          <p:grpSpPr>
            <a:xfrm>
              <a:off x="10376" y="3390"/>
              <a:ext cx="3258" cy="3100"/>
              <a:chOff x="752" y="3390"/>
              <a:chExt cx="3258" cy="3100"/>
            </a:xfrm>
          </p:grpSpPr>
          <p:sp>
            <p:nvSpPr>
              <p:cNvPr id="47" name="Text Box 46"/>
              <p:cNvSpPr txBox="1"/>
              <p:nvPr/>
            </p:nvSpPr>
            <p:spPr>
              <a:xfrm>
                <a:off x="752" y="3390"/>
                <a:ext cx="3258" cy="2080"/>
              </a:xfrm>
              <a:prstGeom prst="rect">
                <a:avLst/>
              </a:prstGeom>
              <a:noFill/>
            </p:spPr>
            <p:txBody>
              <a:bodyPr wrap="square" rtlCol="0">
                <a:noAutofit/>
              </a:bodyPr>
              <a:p>
                <a:pPr algn="ctr"/>
                <a:r>
                  <a:rPr lang="en-US" sz="2000">
                    <a:solidFill>
                      <a:schemeClr val="bg1"/>
                    </a:solidFill>
                    <a:latin typeface="Comic Sans MS" panose="030F0702030302020204" charset="0"/>
                    <a:cs typeface="Comic Sans MS" panose="030F0702030302020204" charset="0"/>
                  </a:rPr>
                  <a:t>Perkenalan</a:t>
                </a:r>
                <a:endParaRPr lang="en-US" sz="2000">
                  <a:solidFill>
                    <a:schemeClr val="bg1"/>
                  </a:solidFill>
                  <a:latin typeface="Comic Sans MS" panose="030F0702030302020204" charset="0"/>
                  <a:cs typeface="Comic Sans MS" panose="030F0702030302020204" charset="0"/>
                </a:endParaRPr>
              </a:p>
            </p:txBody>
          </p:sp>
          <p:sp>
            <p:nvSpPr>
              <p:cNvPr id="48" name="Text Box 47"/>
              <p:cNvSpPr txBox="1"/>
              <p:nvPr/>
            </p:nvSpPr>
            <p:spPr>
              <a:xfrm>
                <a:off x="752" y="4410"/>
                <a:ext cx="3258" cy="2080"/>
              </a:xfrm>
              <a:prstGeom prst="rect">
                <a:avLst/>
              </a:prstGeom>
              <a:noFill/>
            </p:spPr>
            <p:txBody>
              <a:bodyPr wrap="square" rtlCol="0">
                <a:noAutofit/>
              </a:bodyPr>
              <a:p>
                <a:pPr algn="ctr"/>
                <a:r>
                  <a:rPr lang="en-US" altLang="en-US" sz="900">
                    <a:solidFill>
                      <a:schemeClr val="bg1"/>
                    </a:solidFill>
                    <a:latin typeface="Comic Sans MS" panose="030F0702030302020204" charset="0"/>
                    <a:cs typeface="Comic Sans MS" panose="030F0702030302020204" charset="0"/>
                  </a:rPr>
                  <a:t>Lorem ipsum dolor sit amet, tempor fugiat velit exercitation qui. Velit non adipiscing fugiat reprehenderit cupidatat duis sed officia excepteur quis ut ullamco. Cillum irure proident aliqua sint anim fugiat in in adipiscing minim in aute.</a:t>
                </a:r>
                <a:endParaRPr lang="en-US" altLang="en-US" sz="900">
                  <a:solidFill>
                    <a:schemeClr val="bg1"/>
                  </a:solidFill>
                  <a:latin typeface="Comic Sans MS" panose="030F0702030302020204" charset="0"/>
                  <a:cs typeface="Comic Sans MS" panose="030F0702030302020204" charset="0"/>
                </a:endParaRPr>
              </a:p>
              <a:p>
                <a:pPr algn="ctr"/>
                <a:endParaRPr lang="en-US" altLang="en-US" sz="900">
                  <a:solidFill>
                    <a:schemeClr val="bg1"/>
                  </a:solidFill>
                  <a:latin typeface="Comic Sans MS" panose="030F0702030302020204" charset="0"/>
                  <a:cs typeface="Comic Sans MS" panose="030F0702030302020204" charset="0"/>
                </a:endParaRPr>
              </a:p>
              <a:p>
                <a:pPr algn="ctr"/>
                <a:r>
                  <a:rPr lang="en-US" altLang="en-US" sz="900">
                    <a:solidFill>
                      <a:schemeClr val="bg1"/>
                    </a:solidFill>
                    <a:latin typeface="Comic Sans MS" panose="030F0702030302020204" charset="0"/>
                    <a:cs typeface="Comic Sans MS" panose="030F0702030302020204" charset="0"/>
                  </a:rPr>
                  <a:t>Tempor ut in voluptate in nulla proident consectetur est do. Magna dolor aliquip consequat nisi ad occaecat laborum qui. Sed in qui elit aliquip sunt elit incididunt proident reprehenderit nostrud deserunt nulla. Consequat esse labore cupidatat enim anim irure do laborum quis. Fugiat nulla exercitation in velit labore et sunt velit do. Aliquip nostrud ullamco id qui commodo laboris labore eiusmod elit nulla ex ut.</a:t>
                </a:r>
                <a:endParaRPr lang="en-US" altLang="en-US" sz="900">
                  <a:solidFill>
                    <a:schemeClr val="bg1"/>
                  </a:solidFill>
                  <a:latin typeface="Comic Sans MS" panose="030F0702030302020204" charset="0"/>
                  <a:cs typeface="Comic Sans MS" panose="030F0702030302020204" charset="0"/>
                </a:endParaRPr>
              </a:p>
              <a:p>
                <a:pPr algn="ctr"/>
                <a:endParaRPr lang="en-US" altLang="en-US" sz="900">
                  <a:solidFill>
                    <a:schemeClr val="bg1"/>
                  </a:solidFill>
                  <a:latin typeface="Comic Sans MS" panose="030F0702030302020204" charset="0"/>
                  <a:cs typeface="Comic Sans MS" panose="030F0702030302020204" charset="0"/>
                </a:endParaRPr>
              </a:p>
            </p:txBody>
          </p:sp>
        </p:grpSp>
      </p:grpSp>
      <p:grpSp>
        <p:nvGrpSpPr>
          <p:cNvPr id="50" name="B"/>
          <p:cNvGrpSpPr/>
          <p:nvPr/>
        </p:nvGrpSpPr>
        <p:grpSpPr>
          <a:xfrm>
            <a:off x="3041650" y="0"/>
            <a:ext cx="3746500" cy="6921500"/>
            <a:chOff x="4790" y="0"/>
            <a:chExt cx="5900" cy="10900"/>
          </a:xfrm>
        </p:grpSpPr>
        <p:sp>
          <p:nvSpPr>
            <p:cNvPr id="20" name="Rectangle 19"/>
            <p:cNvSpPr/>
            <p:nvPr/>
          </p:nvSpPr>
          <p:spPr>
            <a:xfrm>
              <a:off x="4790" y="0"/>
              <a:ext cx="4820" cy="10900"/>
            </a:xfrm>
            <a:prstGeom prst="rect">
              <a:avLst/>
            </a:prstGeom>
            <a:solidFill>
              <a:schemeClr val="accent3">
                <a:lumMod val="75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24" name="Isosceles Triangle 23"/>
            <p:cNvSpPr/>
            <p:nvPr/>
          </p:nvSpPr>
          <p:spPr>
            <a:xfrm rot="5400000">
              <a:off x="8790" y="1890"/>
              <a:ext cx="2720" cy="1080"/>
            </a:xfrm>
            <a:prstGeom prst="triangle">
              <a:avLst/>
            </a:prstGeom>
            <a:solidFill>
              <a:srgbClr val="B68C02"/>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28" name="Text Box 27"/>
            <p:cNvSpPr txBox="1"/>
            <p:nvPr/>
          </p:nvSpPr>
          <p:spPr>
            <a:xfrm>
              <a:off x="6290" y="1310"/>
              <a:ext cx="1819" cy="2080"/>
            </a:xfrm>
            <a:prstGeom prst="rect">
              <a:avLst/>
            </a:prstGeom>
            <a:noFill/>
          </p:spPr>
          <p:txBody>
            <a:bodyPr wrap="square" rtlCol="0">
              <a:noAutofit/>
            </a:bodyPr>
            <a:p>
              <a:pPr algn="ctr"/>
              <a:r>
                <a:rPr lang="en-US" sz="6600">
                  <a:solidFill>
                    <a:schemeClr val="bg1"/>
                  </a:solidFill>
                  <a:latin typeface="Comic Sans MS" panose="030F0702030302020204" charset="0"/>
                  <a:cs typeface="Comic Sans MS" panose="030F0702030302020204" charset="0"/>
                </a:rPr>
                <a:t>B</a:t>
              </a:r>
              <a:endParaRPr lang="en-US" sz="6600">
                <a:solidFill>
                  <a:schemeClr val="bg1"/>
                </a:solidFill>
                <a:latin typeface="Comic Sans MS" panose="030F0702030302020204" charset="0"/>
                <a:cs typeface="Comic Sans MS" panose="030F0702030302020204" charset="0"/>
              </a:endParaRPr>
            </a:p>
          </p:txBody>
        </p:sp>
        <p:grpSp>
          <p:nvGrpSpPr>
            <p:cNvPr id="40" name="Group 39"/>
            <p:cNvGrpSpPr/>
            <p:nvPr/>
          </p:nvGrpSpPr>
          <p:grpSpPr>
            <a:xfrm>
              <a:off x="5571" y="3390"/>
              <a:ext cx="3258" cy="3100"/>
              <a:chOff x="752" y="3390"/>
              <a:chExt cx="3258" cy="3100"/>
            </a:xfrm>
          </p:grpSpPr>
          <p:sp>
            <p:nvSpPr>
              <p:cNvPr id="41" name="Text Box 40"/>
              <p:cNvSpPr txBox="1"/>
              <p:nvPr/>
            </p:nvSpPr>
            <p:spPr>
              <a:xfrm>
                <a:off x="752" y="3390"/>
                <a:ext cx="3258" cy="2080"/>
              </a:xfrm>
              <a:prstGeom prst="rect">
                <a:avLst/>
              </a:prstGeom>
              <a:noFill/>
            </p:spPr>
            <p:txBody>
              <a:bodyPr wrap="square" rtlCol="0">
                <a:noAutofit/>
              </a:bodyPr>
              <a:p>
                <a:pPr algn="ctr"/>
                <a:r>
                  <a:rPr lang="en-US" sz="2000">
                    <a:solidFill>
                      <a:schemeClr val="bg1"/>
                    </a:solidFill>
                    <a:latin typeface="Comic Sans MS" panose="030F0702030302020204" charset="0"/>
                    <a:cs typeface="Comic Sans MS" panose="030F0702030302020204" charset="0"/>
                  </a:rPr>
                  <a:t>Perkenalan</a:t>
                </a:r>
                <a:endParaRPr lang="en-US" sz="2000">
                  <a:solidFill>
                    <a:schemeClr val="bg1"/>
                  </a:solidFill>
                  <a:latin typeface="Comic Sans MS" panose="030F0702030302020204" charset="0"/>
                  <a:cs typeface="Comic Sans MS" panose="030F0702030302020204" charset="0"/>
                </a:endParaRPr>
              </a:p>
            </p:txBody>
          </p:sp>
          <p:sp>
            <p:nvSpPr>
              <p:cNvPr id="42" name="Text Box 41"/>
              <p:cNvSpPr txBox="1"/>
              <p:nvPr/>
            </p:nvSpPr>
            <p:spPr>
              <a:xfrm>
                <a:off x="752" y="4410"/>
                <a:ext cx="3258" cy="2080"/>
              </a:xfrm>
              <a:prstGeom prst="rect">
                <a:avLst/>
              </a:prstGeom>
              <a:noFill/>
            </p:spPr>
            <p:txBody>
              <a:bodyPr wrap="square" rtlCol="0">
                <a:noAutofit/>
              </a:bodyPr>
              <a:p>
                <a:pPr algn="ctr"/>
                <a:r>
                  <a:rPr lang="en-US" altLang="en-US" sz="900">
                    <a:solidFill>
                      <a:schemeClr val="bg1"/>
                    </a:solidFill>
                    <a:latin typeface="Comic Sans MS" panose="030F0702030302020204" charset="0"/>
                    <a:cs typeface="Comic Sans MS" panose="030F0702030302020204" charset="0"/>
                  </a:rPr>
                  <a:t>Lorem ipsum dolor sit amet, tempor fugiat velit exercitation qui. Velit non adipiscing fugiat reprehenderit cupidatat duis sed officia excepteur quis ut ullamco. Cillum irure proident aliqua sint anim fugiat in in adipiscing minim in aute.</a:t>
                </a:r>
                <a:endParaRPr lang="en-US" altLang="en-US" sz="900">
                  <a:solidFill>
                    <a:schemeClr val="bg1"/>
                  </a:solidFill>
                  <a:latin typeface="Comic Sans MS" panose="030F0702030302020204" charset="0"/>
                  <a:cs typeface="Comic Sans MS" panose="030F0702030302020204" charset="0"/>
                </a:endParaRPr>
              </a:p>
              <a:p>
                <a:pPr algn="ctr"/>
                <a:endParaRPr lang="en-US" altLang="en-US" sz="900">
                  <a:solidFill>
                    <a:schemeClr val="bg1"/>
                  </a:solidFill>
                  <a:latin typeface="Comic Sans MS" panose="030F0702030302020204" charset="0"/>
                  <a:cs typeface="Comic Sans MS" panose="030F0702030302020204" charset="0"/>
                </a:endParaRPr>
              </a:p>
              <a:p>
                <a:pPr algn="ctr"/>
                <a:r>
                  <a:rPr lang="en-US" altLang="en-US" sz="900">
                    <a:solidFill>
                      <a:schemeClr val="bg1"/>
                    </a:solidFill>
                    <a:latin typeface="Comic Sans MS" panose="030F0702030302020204" charset="0"/>
                    <a:cs typeface="Comic Sans MS" panose="030F0702030302020204" charset="0"/>
                  </a:rPr>
                  <a:t>Tempor ut in voluptate in nulla proident consectetur est do. Magna dolor aliquip consequat nisi ad occaecat laborum qui. Sed in qui elit aliquip sunt elit incididunt proident reprehenderit nostrud deserunt nulla. Consequat esse labore cupidatat enim anim irure do laborum quis. Fugiat nulla exercitation in velit labore et sunt velit do. Aliquip nostrud ullamco id qui commodo laboris labore eiusmod elit nulla ex ut.</a:t>
                </a:r>
                <a:endParaRPr lang="en-US" altLang="en-US" sz="900">
                  <a:solidFill>
                    <a:schemeClr val="bg1"/>
                  </a:solidFill>
                  <a:latin typeface="Comic Sans MS" panose="030F0702030302020204" charset="0"/>
                  <a:cs typeface="Comic Sans MS" panose="030F0702030302020204" charset="0"/>
                </a:endParaRPr>
              </a:p>
              <a:p>
                <a:pPr algn="ctr"/>
                <a:endParaRPr lang="en-US" altLang="en-US" sz="900">
                  <a:solidFill>
                    <a:schemeClr val="bg1"/>
                  </a:solidFill>
                  <a:latin typeface="Comic Sans MS" panose="030F0702030302020204" charset="0"/>
                  <a:cs typeface="Comic Sans MS" panose="030F0702030302020204" charset="0"/>
                </a:endParaRPr>
              </a:p>
            </p:txBody>
          </p:sp>
        </p:grpSp>
      </p:grpSp>
      <p:grpSp>
        <p:nvGrpSpPr>
          <p:cNvPr id="49" name="A"/>
          <p:cNvGrpSpPr/>
          <p:nvPr/>
        </p:nvGrpSpPr>
        <p:grpSpPr>
          <a:xfrm>
            <a:off x="-2623185" y="0"/>
            <a:ext cx="3746500" cy="6921500"/>
            <a:chOff x="-30" y="0"/>
            <a:chExt cx="5900" cy="10900"/>
          </a:xfrm>
        </p:grpSpPr>
        <p:sp>
          <p:nvSpPr>
            <p:cNvPr id="19" name="Rectangle 18"/>
            <p:cNvSpPr/>
            <p:nvPr/>
          </p:nvSpPr>
          <p:spPr>
            <a:xfrm>
              <a:off x="-30" y="0"/>
              <a:ext cx="4820" cy="10900"/>
            </a:xfrm>
            <a:prstGeom prst="rect">
              <a:avLst/>
            </a:prstGeom>
            <a:solidFill>
              <a:srgbClr val="FF0000"/>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23" name="Isosceles Triangle 22"/>
            <p:cNvSpPr/>
            <p:nvPr/>
          </p:nvSpPr>
          <p:spPr>
            <a:xfrm rot="5400000">
              <a:off x="3970" y="2130"/>
              <a:ext cx="2720" cy="1080"/>
            </a:xfrm>
            <a:prstGeom prst="triangle">
              <a:avLst/>
            </a:prstGeom>
            <a:solidFill>
              <a:srgbClr val="FF0000"/>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27" name="Text Box 26"/>
            <p:cNvSpPr txBox="1"/>
            <p:nvPr/>
          </p:nvSpPr>
          <p:spPr>
            <a:xfrm>
              <a:off x="1471" y="1310"/>
              <a:ext cx="1819" cy="2080"/>
            </a:xfrm>
            <a:prstGeom prst="rect">
              <a:avLst/>
            </a:prstGeom>
            <a:noFill/>
          </p:spPr>
          <p:txBody>
            <a:bodyPr wrap="square" rtlCol="0">
              <a:noAutofit/>
            </a:bodyPr>
            <a:p>
              <a:pPr algn="ctr"/>
              <a:r>
                <a:rPr lang="en-US" sz="6600">
                  <a:solidFill>
                    <a:schemeClr val="bg1"/>
                  </a:solidFill>
                  <a:latin typeface="Comic Sans MS" panose="030F0702030302020204" charset="0"/>
                  <a:cs typeface="Comic Sans MS" panose="030F0702030302020204" charset="0"/>
                </a:rPr>
                <a:t>A</a:t>
              </a:r>
              <a:endParaRPr lang="en-US" sz="6600">
                <a:solidFill>
                  <a:schemeClr val="bg1"/>
                </a:solidFill>
                <a:latin typeface="Comic Sans MS" panose="030F0702030302020204" charset="0"/>
                <a:cs typeface="Comic Sans MS" panose="030F0702030302020204" charset="0"/>
              </a:endParaRPr>
            </a:p>
          </p:txBody>
        </p:sp>
        <p:grpSp>
          <p:nvGrpSpPr>
            <p:cNvPr id="39" name="Group 38"/>
            <p:cNvGrpSpPr/>
            <p:nvPr/>
          </p:nvGrpSpPr>
          <p:grpSpPr>
            <a:xfrm>
              <a:off x="752" y="3390"/>
              <a:ext cx="3258" cy="3100"/>
              <a:chOff x="752" y="3390"/>
              <a:chExt cx="3258" cy="3100"/>
            </a:xfrm>
          </p:grpSpPr>
          <p:sp>
            <p:nvSpPr>
              <p:cNvPr id="31" name="Text Box 30"/>
              <p:cNvSpPr txBox="1"/>
              <p:nvPr/>
            </p:nvSpPr>
            <p:spPr>
              <a:xfrm>
                <a:off x="752" y="3390"/>
                <a:ext cx="3258" cy="2080"/>
              </a:xfrm>
              <a:prstGeom prst="rect">
                <a:avLst/>
              </a:prstGeom>
              <a:noFill/>
            </p:spPr>
            <p:txBody>
              <a:bodyPr wrap="square" rtlCol="0">
                <a:noAutofit/>
              </a:bodyPr>
              <a:p>
                <a:pPr algn="ctr"/>
                <a:r>
                  <a:rPr lang="en-US" sz="2000">
                    <a:solidFill>
                      <a:schemeClr val="bg1"/>
                    </a:solidFill>
                    <a:latin typeface="Comic Sans MS" panose="030F0702030302020204" charset="0"/>
                    <a:cs typeface="Comic Sans MS" panose="030F0702030302020204" charset="0"/>
                  </a:rPr>
                  <a:t>Perkenalan</a:t>
                </a:r>
                <a:endParaRPr lang="en-US" sz="2000">
                  <a:solidFill>
                    <a:schemeClr val="bg1"/>
                  </a:solidFill>
                  <a:latin typeface="Comic Sans MS" panose="030F0702030302020204" charset="0"/>
                  <a:cs typeface="Comic Sans MS" panose="030F0702030302020204" charset="0"/>
                </a:endParaRPr>
              </a:p>
            </p:txBody>
          </p:sp>
          <p:sp>
            <p:nvSpPr>
              <p:cNvPr id="32" name="Text Box 31"/>
              <p:cNvSpPr txBox="1"/>
              <p:nvPr/>
            </p:nvSpPr>
            <p:spPr>
              <a:xfrm>
                <a:off x="752" y="4410"/>
                <a:ext cx="3258" cy="2080"/>
              </a:xfrm>
              <a:prstGeom prst="rect">
                <a:avLst/>
              </a:prstGeom>
              <a:noFill/>
            </p:spPr>
            <p:txBody>
              <a:bodyPr wrap="square" rtlCol="0">
                <a:noAutofit/>
              </a:bodyPr>
              <a:p>
                <a:pPr algn="ctr"/>
                <a:r>
                  <a:rPr lang="en-US" altLang="en-US" sz="900">
                    <a:solidFill>
                      <a:schemeClr val="bg1"/>
                    </a:solidFill>
                    <a:latin typeface="Comic Sans MS" panose="030F0702030302020204" charset="0"/>
                    <a:cs typeface="Comic Sans MS" panose="030F0702030302020204" charset="0"/>
                  </a:rPr>
                  <a:t>Lorem ipsum dolor sit amet, tempor fugiat velit exercitation qui. Velit non adipiscing fugiat reprehenderit cupidatat duis sed officia excepteur quis ut ullamco. Cillum irure proident aliqua sint anim fugiat in in adipiscing minim in aute.</a:t>
                </a:r>
                <a:endParaRPr lang="en-US" altLang="en-US" sz="900">
                  <a:solidFill>
                    <a:schemeClr val="bg1"/>
                  </a:solidFill>
                  <a:latin typeface="Comic Sans MS" panose="030F0702030302020204" charset="0"/>
                  <a:cs typeface="Comic Sans MS" panose="030F0702030302020204" charset="0"/>
                </a:endParaRPr>
              </a:p>
              <a:p>
                <a:pPr algn="ctr"/>
                <a:endParaRPr lang="en-US" altLang="en-US" sz="900">
                  <a:solidFill>
                    <a:schemeClr val="bg1"/>
                  </a:solidFill>
                  <a:latin typeface="Comic Sans MS" panose="030F0702030302020204" charset="0"/>
                  <a:cs typeface="Comic Sans MS" panose="030F0702030302020204" charset="0"/>
                </a:endParaRPr>
              </a:p>
              <a:p>
                <a:pPr algn="ctr"/>
                <a:r>
                  <a:rPr lang="en-US" altLang="en-US" sz="900">
                    <a:solidFill>
                      <a:schemeClr val="bg1"/>
                    </a:solidFill>
                    <a:latin typeface="Comic Sans MS" panose="030F0702030302020204" charset="0"/>
                    <a:cs typeface="Comic Sans MS" panose="030F0702030302020204" charset="0"/>
                  </a:rPr>
                  <a:t>Tempor ut in voluptate in nulla proident consectetur est do. Magna dolor aliquip consequat nisi ad occaecat laborum qui. Sed in qui elit aliquip sunt elit incididunt proident reprehenderit nostrud deserunt nulla. Consequat esse labore cupidatat enim anim irure do laborum quis. Fugiat nulla exercitation in velit labore et sunt velit do. Aliquip nostrud ullamco id qui commodo laboris labore eiusmod elit nulla ex ut.</a:t>
                </a:r>
                <a:endParaRPr lang="en-US" altLang="en-US" sz="900">
                  <a:solidFill>
                    <a:schemeClr val="bg1"/>
                  </a:solidFill>
                  <a:latin typeface="Comic Sans MS" panose="030F0702030302020204" charset="0"/>
                  <a:cs typeface="Comic Sans MS" panose="030F0702030302020204" charset="0"/>
                </a:endParaRPr>
              </a:p>
              <a:p>
                <a:pPr algn="ctr"/>
                <a:endParaRPr lang="en-US" altLang="en-US" sz="900">
                  <a:solidFill>
                    <a:schemeClr val="bg1"/>
                  </a:solidFill>
                  <a:latin typeface="Comic Sans MS" panose="030F0702030302020204" charset="0"/>
                  <a:cs typeface="Comic Sans MS" panose="030F0702030302020204" charset="0"/>
                </a:endParaRPr>
              </a:p>
            </p:txBody>
          </p:sp>
        </p:grpSp>
      </p:grpSp>
    </p:spTree>
    <p:custDataLst>
      <p:tags r:id="rId1"/>
    </p:custData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tags/tag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3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3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4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5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5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2.xml><?xml version="1.0" encoding="utf-8"?>
<p:tagLst xmlns:p="http://schemas.openxmlformats.org/presentationml/2006/main">
  <p:tag name="KSO_WM_TEMPLATE_THUMBS_INDEX" val="1、4、7、12、13、14、15、16、17、18、20、24、25、28、33、36、40、43、44"/>
  <p:tag name="KSO_WM_TEMPLATE_SUBCATEGORY" val="19"/>
  <p:tag name="KSO_WM_TAG_VERSION" val="1.0"/>
  <p:tag name="KSO_WM_BEAUTIFY_FLAG" val="#wm#"/>
  <p:tag name="KSO_WM_TEMPLATE_CATEGORY" val="custom"/>
  <p:tag name="KSO_WM_TEMPLATE_INDEX" val="20205081"/>
  <p:tag name="KSO_WM_TEMPLATE_MASTER_TYPE" val="0"/>
  <p:tag name="KSO_WM_TEMPLATE_COLOR_TYPE" val="1"/>
  <p:tag name="KSO_WM_UNIT_SHOW_EDIT_AREA_INDICATION" val="1"/>
</p:tagLst>
</file>

<file path=ppt/tags/tag6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6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6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6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6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6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6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7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7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7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7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7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7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8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8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8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8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8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8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8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8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8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8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9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9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9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9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9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9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9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9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9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9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10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10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10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10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10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10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10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10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10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10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11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11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11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11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11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11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11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11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11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11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12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12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12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12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124.xml><?xml version="1.0" encoding="utf-8"?>
<p:tagLst xmlns:p="http://schemas.openxmlformats.org/presentationml/2006/main">
  <p:tag name="KSO_WM_TEMPLATE_THUMBS_INDEX" val="1、4、7、12、13、14、15、16、17、18、20、24、25、28、33、36、40、43、44"/>
  <p:tag name="KSO_WM_TEMPLATE_SUBCATEGORY" val="19"/>
  <p:tag name="KSO_WM_TAG_VERSION" val="1.0"/>
  <p:tag name="KSO_WM_BEAUTIFY_FLAG" val="#wm#"/>
  <p:tag name="KSO_WM_TEMPLATE_CATEGORY" val="custom"/>
  <p:tag name="KSO_WM_TEMPLATE_INDEX" val="20205081"/>
  <p:tag name="KSO_WM_TEMPLATE_MASTER_TYPE" val="0"/>
  <p:tag name="KSO_WM_TEMPLATE_COLOR_TYPE" val="1"/>
  <p:tag name="KSO_WM_UNIT_SHOW_EDIT_AREA_INDICATION" val="1"/>
</p:tagLst>
</file>

<file path=ppt/tags/tag125.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126.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heme/theme1.xml><?xml version="1.0" encoding="utf-8"?>
<a:theme xmlns:a="http://schemas.openxmlformats.org/drawingml/2006/main" name="WPS">
  <a:themeElements>
    <a:clrScheme name="WPS">
      <a:dk1>
        <a:sysClr val="windowText" lastClr="000000"/>
      </a:dk1>
      <a:lt1>
        <a:sysClr val="window" lastClr="FFFFFF"/>
      </a:lt1>
      <a:dk2>
        <a:srgbClr val="44546A"/>
      </a:dk2>
      <a:lt2>
        <a:srgbClr val="E7E6E6"/>
      </a:lt2>
      <a:accent1>
        <a:srgbClr val="4874CB"/>
      </a:accent1>
      <a:accent2>
        <a:srgbClr val="EE822F"/>
      </a:accent2>
      <a:accent3>
        <a:srgbClr val="F2BA02"/>
      </a:accent3>
      <a:accent4>
        <a:srgbClr val="75BD42"/>
      </a:accent4>
      <a:accent5>
        <a:srgbClr val="30C0B4"/>
      </a:accent5>
      <a:accent6>
        <a:srgbClr val="E54C5E"/>
      </a:accent6>
      <a:hlink>
        <a:srgbClr val="0026E5"/>
      </a:hlink>
      <a:folHlink>
        <a:srgbClr val="7E1FAD"/>
      </a:folHlink>
    </a:clrScheme>
    <a:fontScheme name="WPS">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WPS">
      <a:fillStyleLst>
        <a:solidFill>
          <a:schemeClr val="phClr"/>
        </a:solidFill>
        <a:gradFill>
          <a:gsLst>
            <a:gs pos="0">
              <a:schemeClr val="phClr">
                <a:lumOff val="17500"/>
              </a:schemeClr>
            </a:gs>
            <a:gs pos="100000">
              <a:schemeClr val="phClr"/>
            </a:gs>
          </a:gsLst>
          <a:lin ang="2700000" scaled="0"/>
        </a:gradFill>
        <a:gradFill>
          <a:gsLst>
            <a:gs pos="0">
              <a:schemeClr val="phClr">
                <a:hueOff val="-2520000"/>
              </a:schemeClr>
            </a:gs>
            <a:gs pos="100000">
              <a:schemeClr val="phClr"/>
            </a:gs>
          </a:gsLst>
          <a:lin ang="2700000" scaled="0"/>
        </a:gradFill>
      </a:fillStyleLst>
      <a:lnStyleLst>
        <a:ln w="12700" cap="flat" cmpd="sng" algn="ctr">
          <a:solidFill>
            <a:schemeClr val="phClr"/>
          </a:solidFill>
          <a:prstDash val="solid"/>
          <a:miter lim="800000"/>
        </a:ln>
        <a:ln w="12700" cap="flat" cmpd="sng" algn="ctr">
          <a:solidFill>
            <a:schemeClr val="phClr"/>
          </a:solidFill>
          <a:prstDash val="solid"/>
          <a:miter lim="800000"/>
        </a:ln>
        <a:ln w="12700" cap="flat" cmpd="sng" algn="ctr">
          <a:gradFill>
            <a:gsLst>
              <a:gs pos="0">
                <a:schemeClr val="phClr">
                  <a:hueOff val="-4200000"/>
                </a:schemeClr>
              </a:gs>
              <a:gs pos="100000">
                <a:schemeClr val="phClr"/>
              </a:gs>
            </a:gsLst>
            <a:lin ang="2700000" scaled="1"/>
          </a:gradFill>
          <a:prstDash val="solid"/>
          <a:miter lim="800000"/>
        </a:ln>
      </a:lnStyleLst>
      <a:effectStyleLst>
        <a:effectStyle>
          <a:effectLst>
            <a:outerShdw blurRad="101600" dist="50800" dir="5400000" algn="ctr" rotWithShape="0">
              <a:schemeClr val="phClr">
                <a:alpha val="60000"/>
              </a:schemeClr>
            </a:outerShdw>
          </a:effectLst>
        </a:effectStyle>
        <a:effectStyle>
          <a:effectLst>
            <a:reflection stA="50000" endA="300" endPos="40000" dist="25400" dir="5400000" sy="-100000" algn="bl" rotWithShape="0"/>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WPS">
  <a:themeElements>
    <a:clrScheme name="WPS">
      <a:dk1>
        <a:sysClr val="windowText" lastClr="000000"/>
      </a:dk1>
      <a:lt1>
        <a:sysClr val="window" lastClr="FFFFFF"/>
      </a:lt1>
      <a:dk2>
        <a:srgbClr val="44546A"/>
      </a:dk2>
      <a:lt2>
        <a:srgbClr val="E7E6E6"/>
      </a:lt2>
      <a:accent1>
        <a:srgbClr val="4874CB"/>
      </a:accent1>
      <a:accent2>
        <a:srgbClr val="EE822F"/>
      </a:accent2>
      <a:accent3>
        <a:srgbClr val="F2BA02"/>
      </a:accent3>
      <a:accent4>
        <a:srgbClr val="75BD42"/>
      </a:accent4>
      <a:accent5>
        <a:srgbClr val="30C0B4"/>
      </a:accent5>
      <a:accent6>
        <a:srgbClr val="E54C5E"/>
      </a:accent6>
      <a:hlink>
        <a:srgbClr val="0026E5"/>
      </a:hlink>
      <a:folHlink>
        <a:srgbClr val="7E1FAD"/>
      </a:folHlink>
    </a:clrScheme>
    <a:fontScheme name="WPS">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WPS">
      <a:fillStyleLst>
        <a:solidFill>
          <a:schemeClr val="phClr"/>
        </a:solidFill>
        <a:gradFill>
          <a:gsLst>
            <a:gs pos="0">
              <a:schemeClr val="phClr">
                <a:lumOff val="17500"/>
              </a:schemeClr>
            </a:gs>
            <a:gs pos="100000">
              <a:schemeClr val="phClr"/>
            </a:gs>
          </a:gsLst>
          <a:lin ang="2700000" scaled="0"/>
        </a:gradFill>
        <a:gradFill>
          <a:gsLst>
            <a:gs pos="0">
              <a:schemeClr val="phClr">
                <a:hueOff val="-2520000"/>
              </a:schemeClr>
            </a:gs>
            <a:gs pos="100000">
              <a:schemeClr val="phClr"/>
            </a:gs>
          </a:gsLst>
          <a:lin ang="2700000" scaled="0"/>
        </a:gradFill>
      </a:fillStyleLst>
      <a:lnStyleLst>
        <a:ln w="12700" cap="flat" cmpd="sng" algn="ctr">
          <a:solidFill>
            <a:schemeClr val="phClr"/>
          </a:solidFill>
          <a:prstDash val="solid"/>
          <a:miter lim="800000"/>
        </a:ln>
        <a:ln w="12700" cap="flat" cmpd="sng" algn="ctr">
          <a:solidFill>
            <a:schemeClr val="phClr"/>
          </a:solidFill>
          <a:prstDash val="solid"/>
          <a:miter lim="800000"/>
        </a:ln>
        <a:ln w="12700" cap="flat" cmpd="sng" algn="ctr">
          <a:gradFill>
            <a:gsLst>
              <a:gs pos="0">
                <a:schemeClr val="phClr">
                  <a:hueOff val="-4200000"/>
                </a:schemeClr>
              </a:gs>
              <a:gs pos="100000">
                <a:schemeClr val="phClr"/>
              </a:gs>
            </a:gsLst>
            <a:lin ang="2700000" scaled="1"/>
          </a:gradFill>
          <a:prstDash val="solid"/>
          <a:miter lim="800000"/>
        </a:ln>
      </a:lnStyleLst>
      <a:effectStyleLst>
        <a:effectStyle>
          <a:effectLst>
            <a:outerShdw blurRad="101600" dist="50800" dir="5400000" algn="ctr" rotWithShape="0">
              <a:schemeClr val="phClr">
                <a:alpha val="60000"/>
              </a:schemeClr>
            </a:outerShdw>
          </a:effectLst>
        </a:effectStyle>
        <a:effectStyle>
          <a:effectLst>
            <a:reflection stA="50000" endA="300" endPos="40000" dist="25400" dir="5400000" sy="-100000" algn="bl" rotWithShape="0"/>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5336</Words>
  <Application>WPS Presentation</Application>
  <PresentationFormat>Widescreen</PresentationFormat>
  <Paragraphs>72</Paragraphs>
  <Slides>2</Slides>
  <Notes>0</Notes>
  <HiddenSlides>0</HiddenSlides>
  <MMClips>0</MMClips>
  <ScaleCrop>false</ScaleCrop>
  <HeadingPairs>
    <vt:vector size="6" baseType="variant">
      <vt:variant>
        <vt:lpstr>已用的字体</vt:lpstr>
      </vt:variant>
      <vt:variant>
        <vt:i4>9</vt:i4>
      </vt:variant>
      <vt:variant>
        <vt:lpstr>主题</vt:lpstr>
      </vt:variant>
      <vt:variant>
        <vt:i4>2</vt:i4>
      </vt:variant>
      <vt:variant>
        <vt:lpstr>幻灯片标题</vt:lpstr>
      </vt:variant>
      <vt:variant>
        <vt:i4>2</vt:i4>
      </vt:variant>
    </vt:vector>
  </HeadingPairs>
  <TitlesOfParts>
    <vt:vector size="13" baseType="lpstr">
      <vt:lpstr>Arial</vt:lpstr>
      <vt:lpstr>SimSun</vt:lpstr>
      <vt:lpstr>Wingdings</vt:lpstr>
      <vt:lpstr>Wingdings</vt:lpstr>
      <vt:lpstr>Microsoft YaHei</vt:lpstr>
      <vt:lpstr>Arial Unicode MS</vt:lpstr>
      <vt:lpstr>Calibri</vt:lpstr>
      <vt:lpstr>Helvetica Neue</vt:lpstr>
      <vt:lpstr>Comic Sans MS</vt:lpstr>
      <vt:lpstr>WPS</vt:lpstr>
      <vt:lpstr>1_WPS</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Blank Presentation</dc:title>
  <dc:creator>Admin</dc:creator>
  <cp:lastModifiedBy>Muhammad Zaini</cp:lastModifiedBy>
  <cp:revision>75</cp:revision>
  <dcterms:created xsi:type="dcterms:W3CDTF">2026-08-06T00:42:56Z</dcterms:created>
  <dcterms:modified xsi:type="dcterms:W3CDTF">2026-08-06T01:30:06Z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1033-12.1.0.28032</vt:lpwstr>
  </property>
  <property fmtid="{D5CDD505-2E9C-101B-9397-08002B2CF9AE}" pid="3" name="ICV">
    <vt:lpwstr>5A29D48A18C84A6AA066DF1B75D81C2B_11</vt:lpwstr>
  </property>
</Properties>
</file>